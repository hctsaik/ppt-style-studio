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53807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9933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548640" y="165049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7" name="流程方塊"/>
          <p:cNvSpPr/>
          <p:nvPr/>
        </p:nvSpPr>
        <p:spPr>
          <a:xfrm>
            <a:off x="1998160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8" name="圖說"/>
          <p:cNvSpPr/>
          <p:nvPr/>
        </p:nvSpPr>
        <p:spPr>
          <a:xfrm>
            <a:off x="1874520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9" name="流程方塊"/>
          <p:cNvSpPr/>
          <p:nvPr/>
        </p:nvSpPr>
        <p:spPr>
          <a:xfrm>
            <a:off x="3397584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0" name="圖說"/>
          <p:cNvSpPr/>
          <p:nvPr/>
        </p:nvSpPr>
        <p:spPr>
          <a:xfrm>
            <a:off x="3273944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1" name="流程方塊"/>
          <p:cNvSpPr/>
          <p:nvPr/>
        </p:nvSpPr>
        <p:spPr>
          <a:xfrm>
            <a:off x="4797008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2EBE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2" name="圖說"/>
          <p:cNvSpPr/>
          <p:nvPr/>
        </p:nvSpPr>
        <p:spPr>
          <a:xfrm>
            <a:off x="4673368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3" name="流程方塊"/>
          <p:cNvSpPr/>
          <p:nvPr/>
        </p:nvSpPr>
        <p:spPr>
          <a:xfrm>
            <a:off x="6196432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4" name="圖說"/>
          <p:cNvSpPr/>
          <p:nvPr/>
        </p:nvSpPr>
        <p:spPr>
          <a:xfrm>
            <a:off x="6072792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5" name="流程方塊"/>
          <p:cNvSpPr/>
          <p:nvPr/>
        </p:nvSpPr>
        <p:spPr>
          <a:xfrm>
            <a:off x="7595855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2225">
            <a:solidFill>
              <a:srgbClr val="2F5D5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6" name="圖說"/>
          <p:cNvSpPr/>
          <p:nvPr/>
        </p:nvSpPr>
        <p:spPr>
          <a:xfrm>
            <a:off x="7472216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7" name="流程方塊"/>
          <p:cNvSpPr/>
          <p:nvPr/>
        </p:nvSpPr>
        <p:spPr>
          <a:xfrm>
            <a:off x="8995279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2F5D50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8" name="圖說"/>
          <p:cNvSpPr/>
          <p:nvPr/>
        </p:nvSpPr>
        <p:spPr>
          <a:xfrm>
            <a:off x="8871639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9" name="流程方塊"/>
          <p:cNvSpPr/>
          <p:nvPr/>
        </p:nvSpPr>
        <p:spPr>
          <a:xfrm>
            <a:off x="10394703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20" name="圖說"/>
          <p:cNvSpPr/>
          <p:nvPr/>
        </p:nvSpPr>
        <p:spPr>
          <a:xfrm>
            <a:off x="10271063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1" name="線條"/>
          <p:cNvSpPr/>
          <p:nvPr/>
        </p:nvSpPr>
        <p:spPr>
          <a:xfrm>
            <a:off x="548640" y="217170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548640" y="233629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3" name="判斷菱形"/>
          <p:cNvSpPr/>
          <p:nvPr/>
        </p:nvSpPr>
        <p:spPr>
          <a:xfrm>
            <a:off x="2066740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4" name="圖說"/>
          <p:cNvSpPr/>
          <p:nvPr/>
        </p:nvSpPr>
        <p:spPr>
          <a:xfrm>
            <a:off x="1874520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5" name="判斷菱形"/>
          <p:cNvSpPr/>
          <p:nvPr/>
        </p:nvSpPr>
        <p:spPr>
          <a:xfrm>
            <a:off x="3466164" y="222199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6" name="圖說"/>
          <p:cNvSpPr/>
          <p:nvPr/>
        </p:nvSpPr>
        <p:spPr>
          <a:xfrm>
            <a:off x="3273944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7" name="判斷菱形"/>
          <p:cNvSpPr/>
          <p:nvPr/>
        </p:nvSpPr>
        <p:spPr>
          <a:xfrm>
            <a:off x="4865588" y="2221992"/>
            <a:ext cx="960120" cy="475488"/>
          </a:xfrm>
          <a:prstGeom prst="diamond">
            <a:avLst/>
          </a:prstGeom>
          <a:solidFill>
            <a:srgbClr val="E2EB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8" name="圖說"/>
          <p:cNvSpPr/>
          <p:nvPr/>
        </p:nvSpPr>
        <p:spPr>
          <a:xfrm>
            <a:off x="4673368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9" name="判斷菱形"/>
          <p:cNvSpPr/>
          <p:nvPr/>
        </p:nvSpPr>
        <p:spPr>
          <a:xfrm>
            <a:off x="6265012" y="222199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2F5D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0" name="圖說"/>
          <p:cNvSpPr/>
          <p:nvPr/>
        </p:nvSpPr>
        <p:spPr>
          <a:xfrm>
            <a:off x="6072792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1" name="判斷菱形"/>
          <p:cNvSpPr/>
          <p:nvPr/>
        </p:nvSpPr>
        <p:spPr>
          <a:xfrm>
            <a:off x="7664435" y="2221992"/>
            <a:ext cx="960120" cy="475488"/>
          </a:xfrm>
          <a:prstGeom prst="diamond">
            <a:avLst/>
          </a:prstGeom>
          <a:solidFill>
            <a:srgbClr val="2F5D50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2" name="圖說"/>
          <p:cNvSpPr/>
          <p:nvPr/>
        </p:nvSpPr>
        <p:spPr>
          <a:xfrm>
            <a:off x="7472216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3" name="判斷菱形"/>
          <p:cNvSpPr/>
          <p:nvPr/>
        </p:nvSpPr>
        <p:spPr>
          <a:xfrm>
            <a:off x="9063859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4" name="圖說"/>
          <p:cNvSpPr/>
          <p:nvPr/>
        </p:nvSpPr>
        <p:spPr>
          <a:xfrm>
            <a:off x="8871639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221992"/>
            <a:ext cx="1115568" cy="475488"/>
            <a:chOff x="10330695" y="2221992"/>
            <a:chExt cx="1115568" cy="475488"/>
          </a:xfrm>
        </p:grpSpPr>
        <p:sp>
          <p:nvSpPr>
            <p:cNvPr id="35" name="判斷菱形"/>
            <p:cNvSpPr/>
            <p:nvPr/>
          </p:nvSpPr>
          <p:spPr>
            <a:xfrm>
              <a:off x="10330695" y="222199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2F5D5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0897623" y="2459736"/>
              <a:ext cx="548640" cy="0"/>
            </a:xfrm>
            <a:prstGeom prst="line">
              <a:avLst/>
            </a:prstGeom>
            <a:noFill/>
            <a:ln w="19050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37" name="標註"/>
            <p:cNvSpPr/>
            <p:nvPr/>
          </p:nvSpPr>
          <p:spPr>
            <a:xfrm>
              <a:off x="10915911" y="2276856"/>
              <a:ext cx="27432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10271063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9" name="線條"/>
          <p:cNvSpPr/>
          <p:nvPr/>
        </p:nvSpPr>
        <p:spPr>
          <a:xfrm>
            <a:off x="548640" y="290322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548640" y="300380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1" name="開始／結束"/>
          <p:cNvSpPr/>
          <p:nvPr/>
        </p:nvSpPr>
        <p:spPr>
          <a:xfrm>
            <a:off x="1998160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F5D5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2" name="圖說"/>
          <p:cNvSpPr/>
          <p:nvPr/>
        </p:nvSpPr>
        <p:spPr>
          <a:xfrm>
            <a:off x="1874520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3" name="開始／結束"/>
          <p:cNvSpPr/>
          <p:nvPr/>
        </p:nvSpPr>
        <p:spPr>
          <a:xfrm>
            <a:off x="3397584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4" name="圖說"/>
          <p:cNvSpPr/>
          <p:nvPr/>
        </p:nvSpPr>
        <p:spPr>
          <a:xfrm>
            <a:off x="3273944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5" name="開始／結束"/>
          <p:cNvSpPr/>
          <p:nvPr/>
        </p:nvSpPr>
        <p:spPr>
          <a:xfrm>
            <a:off x="4797008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6" name="圖說"/>
          <p:cNvSpPr/>
          <p:nvPr/>
        </p:nvSpPr>
        <p:spPr>
          <a:xfrm>
            <a:off x="4673368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7" name="開始／結束"/>
          <p:cNvSpPr/>
          <p:nvPr/>
        </p:nvSpPr>
        <p:spPr>
          <a:xfrm>
            <a:off x="6196432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8" name="圖說"/>
          <p:cNvSpPr/>
          <p:nvPr/>
        </p:nvSpPr>
        <p:spPr>
          <a:xfrm>
            <a:off x="6072792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9" name="開始／結束"/>
          <p:cNvSpPr/>
          <p:nvPr/>
        </p:nvSpPr>
        <p:spPr>
          <a:xfrm>
            <a:off x="7595855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0" name="圖說"/>
          <p:cNvSpPr/>
          <p:nvPr/>
        </p:nvSpPr>
        <p:spPr>
          <a:xfrm>
            <a:off x="7472216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1" name="開始／結束"/>
          <p:cNvSpPr/>
          <p:nvPr/>
        </p:nvSpPr>
        <p:spPr>
          <a:xfrm>
            <a:off x="8995279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2" name="圖說"/>
          <p:cNvSpPr/>
          <p:nvPr/>
        </p:nvSpPr>
        <p:spPr>
          <a:xfrm>
            <a:off x="8871639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850" dirty="0"/>
          </a:p>
        </p:txBody>
      </p:sp>
      <p:sp>
        <p:nvSpPr>
          <p:cNvPr id="53" name="線條"/>
          <p:cNvSpPr/>
          <p:nvPr/>
        </p:nvSpPr>
        <p:spPr>
          <a:xfrm>
            <a:off x="548640" y="35067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548640" y="361645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400" dirty="0"/>
          </a:p>
        </p:txBody>
      </p:sp>
      <p:sp>
        <p:nvSpPr>
          <p:cNvPr id="55" name="線條"/>
          <p:cNvSpPr/>
          <p:nvPr/>
        </p:nvSpPr>
        <p:spPr>
          <a:xfrm>
            <a:off x="2016448" y="3739896"/>
            <a:ext cx="1060704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1874520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7" name="線條"/>
          <p:cNvSpPr/>
          <p:nvPr/>
        </p:nvSpPr>
        <p:spPr>
          <a:xfrm>
            <a:off x="3415872" y="3739896"/>
            <a:ext cx="1060704" cy="0"/>
          </a:xfrm>
          <a:prstGeom prst="line">
            <a:avLst/>
          </a:prstGeom>
          <a:noFill/>
          <a:ln w="34290">
            <a:solidFill>
              <a:srgbClr val="2F5D50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3273944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9" name="連接線"/>
          <p:cNvSpPr/>
          <p:nvPr/>
        </p:nvSpPr>
        <p:spPr>
          <a:xfrm>
            <a:off x="4815296" y="360273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4673368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61" name="線條"/>
          <p:cNvSpPr/>
          <p:nvPr/>
        </p:nvSpPr>
        <p:spPr>
          <a:xfrm>
            <a:off x="6214720" y="3739896"/>
            <a:ext cx="1060704" cy="0"/>
          </a:xfrm>
          <a:prstGeom prst="line">
            <a:avLst/>
          </a:prstGeom>
          <a:noFill/>
          <a:ln w="1905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6072792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3" name="線條"/>
          <p:cNvSpPr/>
          <p:nvPr/>
        </p:nvSpPr>
        <p:spPr>
          <a:xfrm>
            <a:off x="7614143" y="3739896"/>
            <a:ext cx="1060704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headEnd type="triangle"/>
            <a:tailEnd type="triangle"/>
          </a:ln>
        </p:spPr>
      </p:sp>
      <p:sp>
        <p:nvSpPr>
          <p:cNvPr id="64" name="圖說"/>
          <p:cNvSpPr/>
          <p:nvPr/>
        </p:nvSpPr>
        <p:spPr>
          <a:xfrm>
            <a:off x="7472216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611880"/>
            <a:ext cx="640080" cy="256032"/>
            <a:chOff x="9214735" y="3611880"/>
            <a:chExt cx="640080" cy="256032"/>
          </a:xfrm>
        </p:grpSpPr>
        <p:sp>
          <p:nvSpPr>
            <p:cNvPr id="65" name="三角分隔"/>
            <p:cNvSpPr/>
            <p:nvPr/>
          </p:nvSpPr>
          <p:spPr>
            <a:xfrm>
              <a:off x="9214735" y="363931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9708511" y="361188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2F5D5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8871639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8" name="區塊箭頭"/>
          <p:cNvSpPr/>
          <p:nvPr/>
        </p:nvSpPr>
        <p:spPr>
          <a:xfrm>
            <a:off x="10440423" y="355701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2F5D5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10271063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70" name="線條"/>
          <p:cNvSpPr/>
          <p:nvPr/>
        </p:nvSpPr>
        <p:spPr>
          <a:xfrm>
            <a:off x="548640" y="412851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548640" y="42565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2" name="警示方塊"/>
          <p:cNvSpPr/>
          <p:nvPr/>
        </p:nvSpPr>
        <p:spPr>
          <a:xfrm>
            <a:off x="1998160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9050">
            <a:solidFill>
              <a:srgbClr val="C0504D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3" name="圖說"/>
          <p:cNvSpPr/>
          <p:nvPr/>
        </p:nvSpPr>
        <p:spPr>
          <a:xfrm>
            <a:off x="1874520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4" name="警示方塊"/>
          <p:cNvSpPr/>
          <p:nvPr/>
        </p:nvSpPr>
        <p:spPr>
          <a:xfrm>
            <a:off x="3397584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5" name="圖說"/>
          <p:cNvSpPr/>
          <p:nvPr/>
        </p:nvSpPr>
        <p:spPr>
          <a:xfrm>
            <a:off x="3273944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6" name="警示方塊"/>
          <p:cNvSpPr/>
          <p:nvPr/>
        </p:nvSpPr>
        <p:spPr>
          <a:xfrm>
            <a:off x="4797008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C0504D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7" name="圖說"/>
          <p:cNvSpPr/>
          <p:nvPr/>
        </p:nvSpPr>
        <p:spPr>
          <a:xfrm>
            <a:off x="4673368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174785"/>
            <a:ext cx="476044" cy="410383"/>
            <a:chOff x="6507050" y="4174785"/>
            <a:chExt cx="476044" cy="410383"/>
          </a:xfrm>
        </p:grpSpPr>
        <p:sp>
          <p:nvSpPr>
            <p:cNvPr id="78" name="警告三角"/>
            <p:cNvSpPr/>
            <p:nvPr/>
          </p:nvSpPr>
          <p:spPr>
            <a:xfrm>
              <a:off x="6507050" y="417478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C0504D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6507050" y="4297899"/>
              <a:ext cx="476044" cy="2790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80" name="圖說"/>
          <p:cNvSpPr/>
          <p:nvPr/>
        </p:nvSpPr>
        <p:spPr>
          <a:xfrm>
            <a:off x="6072792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81" name="錯誤標記"/>
          <p:cNvSpPr/>
          <p:nvPr/>
        </p:nvSpPr>
        <p:spPr>
          <a:xfrm>
            <a:off x="7979538" y="4215018"/>
            <a:ext cx="329916" cy="329916"/>
          </a:xfrm>
          <a:prstGeom prst="ellipse">
            <a:avLst/>
          </a:prstGeom>
          <a:solidFill>
            <a:srgbClr val="C050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2" name="圖說"/>
          <p:cNvSpPr/>
          <p:nvPr/>
        </p:nvSpPr>
        <p:spPr>
          <a:xfrm>
            <a:off x="7472216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119372"/>
            <a:ext cx="1156716" cy="461772"/>
            <a:chOff x="8995279" y="4119372"/>
            <a:chExt cx="1156716" cy="461772"/>
          </a:xfrm>
        </p:grpSpPr>
        <p:sp>
          <p:nvSpPr>
            <p:cNvPr id="83" name="流程方塊"/>
            <p:cNvSpPr/>
            <p:nvPr/>
          </p:nvSpPr>
          <p:spPr>
            <a:xfrm>
              <a:off x="8995279" y="4178808"/>
              <a:ext cx="1097280" cy="402336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4" name="提示紅點"/>
            <p:cNvSpPr/>
            <p:nvPr/>
          </p:nvSpPr>
          <p:spPr>
            <a:xfrm>
              <a:off x="9996547" y="4119372"/>
              <a:ext cx="155448" cy="155448"/>
            </a:xfrm>
            <a:prstGeom prst="ellipse">
              <a:avLst/>
            </a:prstGeom>
            <a:solidFill>
              <a:srgbClr val="C0504D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8871639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6" name="連接線"/>
          <p:cNvSpPr/>
          <p:nvPr/>
        </p:nvSpPr>
        <p:spPr>
          <a:xfrm>
            <a:off x="10412991" y="423367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ln w="15875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10271063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8" name="線條"/>
          <p:cNvSpPr/>
          <p:nvPr/>
        </p:nvSpPr>
        <p:spPr>
          <a:xfrm>
            <a:off x="548640" y="47868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548640" y="4997196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90" name="大圓"/>
          <p:cNvSpPr/>
          <p:nvPr/>
        </p:nvSpPr>
        <p:spPr>
          <a:xfrm>
            <a:off x="2263336" y="4837176"/>
            <a:ext cx="566928" cy="56692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  <a:effectLst>
            <a:outerShdw blurRad="85344" dist="1524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874520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782312"/>
            <a:ext cx="676656" cy="676656"/>
            <a:chOff x="3607896" y="4782312"/>
            <a:chExt cx="676656" cy="676656"/>
          </a:xfrm>
        </p:grpSpPr>
        <p:sp>
          <p:nvSpPr>
            <p:cNvPr id="92" name="外圈細環"/>
            <p:cNvSpPr/>
            <p:nvPr/>
          </p:nvSpPr>
          <p:spPr>
            <a:xfrm>
              <a:off x="3607896" y="4782312"/>
              <a:ext cx="676656" cy="676656"/>
            </a:xfrm>
            <a:prstGeom prst="ellipse">
              <a:avLst/>
            </a:prstGeom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3662760" y="4837176"/>
              <a:ext cx="566928" cy="566928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3273944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5" name="外框圓"/>
          <p:cNvSpPr/>
          <p:nvPr/>
        </p:nvSpPr>
        <p:spPr>
          <a:xfrm>
            <a:off x="5062184" y="483717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4673368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6205576" y="4965192"/>
            <a:ext cx="1078992" cy="310896"/>
            <a:chOff x="6205576" y="4965192"/>
            <a:chExt cx="1078992" cy="310896"/>
          </a:xfrm>
        </p:grpSpPr>
        <p:sp>
          <p:nvSpPr>
            <p:cNvPr id="97" name="編號"/>
            <p:cNvSpPr/>
            <p:nvPr/>
          </p:nvSpPr>
          <p:spPr>
            <a:xfrm>
              <a:off x="6205576" y="4965192"/>
              <a:ext cx="310896" cy="310896"/>
            </a:xfrm>
            <a:prstGeom prst="roundRect">
              <a:avLst>
                <a:gd name="adj" fmla="val 17647"/>
              </a:avLst>
            </a:prstGeom>
            <a:solidFill>
              <a:srgbClr val="2F5D5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98" name="編號"/>
            <p:cNvSpPr/>
            <p:nvPr/>
          </p:nvSpPr>
          <p:spPr>
            <a:xfrm>
              <a:off x="6589624" y="4965192"/>
              <a:ext cx="310896" cy="310896"/>
            </a:xfrm>
            <a:prstGeom prst="roundRect">
              <a:avLst>
                <a:gd name="adj" fmla="val 17647"/>
              </a:avLst>
            </a:prstGeom>
            <a:solidFill>
              <a:srgbClr val="2F5D5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6973672" y="4965192"/>
              <a:ext cx="310896" cy="310896"/>
            </a:xfrm>
            <a:prstGeom prst="roundRect">
              <a:avLst>
                <a:gd name="adj" fmla="val 17647"/>
              </a:avLst>
            </a:prstGeom>
            <a:solidFill>
              <a:srgbClr val="C9A227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000" dirty="0"/>
            </a:p>
          </p:txBody>
        </p:sp>
      </p:grpSp>
      <p:sp>
        <p:nvSpPr>
          <p:cNvPr id="100" name="圖說"/>
          <p:cNvSpPr/>
          <p:nvPr/>
        </p:nvSpPr>
        <p:spPr>
          <a:xfrm>
            <a:off x="6072792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101" name="標籤"/>
          <p:cNvSpPr/>
          <p:nvPr/>
        </p:nvSpPr>
        <p:spPr>
          <a:xfrm>
            <a:off x="7742200" y="4974336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102" name="圖說"/>
          <p:cNvSpPr/>
          <p:nvPr/>
        </p:nvSpPr>
        <p:spPr>
          <a:xfrm>
            <a:off x="7472216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4983480"/>
            <a:ext cx="1107440" cy="274320"/>
            <a:chOff x="8990199" y="4983480"/>
            <a:chExt cx="1107440" cy="274320"/>
          </a:xfrm>
        </p:grpSpPr>
        <p:sp>
          <p:nvSpPr>
            <p:cNvPr id="103" name="標籤"/>
            <p:cNvSpPr/>
            <p:nvPr/>
          </p:nvSpPr>
          <p:spPr>
            <a:xfrm>
              <a:off x="8990199" y="4983480"/>
              <a:ext cx="517144" cy="274320"/>
            </a:xfrm>
            <a:prstGeom prst="roundRect">
              <a:avLst>
                <a:gd name="adj" fmla="val 16667"/>
              </a:avLst>
            </a:prstGeom>
            <a:solidFill>
              <a:srgbClr val="C9A227"/>
            </a:solidFill>
            <a:ln/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4" name="標籤"/>
            <p:cNvSpPr/>
            <p:nvPr/>
          </p:nvSpPr>
          <p:spPr>
            <a:xfrm>
              <a:off x="9580495" y="4983480"/>
              <a:ext cx="517144" cy="274320"/>
            </a:xfrm>
            <a:prstGeom prst="roundRect">
              <a:avLst>
                <a:gd name="adj" fmla="val 16667"/>
              </a:avLst>
            </a:prstGeom>
            <a:solidFill>
              <a:srgbClr val="DFDFDF"/>
            </a:solidFill>
            <a:ln/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</p:grpSp>
      <p:sp>
        <p:nvSpPr>
          <p:cNvPr id="105" name="圖說"/>
          <p:cNvSpPr/>
          <p:nvPr/>
        </p:nvSpPr>
        <p:spPr>
          <a:xfrm>
            <a:off x="8871639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052060"/>
            <a:ext cx="685800" cy="137160"/>
            <a:chOff x="10600443" y="5052060"/>
            <a:chExt cx="685800" cy="137160"/>
          </a:xfrm>
        </p:grpSpPr>
        <p:sp>
          <p:nvSpPr>
            <p:cNvPr id="106" name="圓點"/>
            <p:cNvSpPr/>
            <p:nvPr/>
          </p:nvSpPr>
          <p:spPr>
            <a:xfrm>
              <a:off x="10600443" y="5052060"/>
              <a:ext cx="137160" cy="137160"/>
            </a:xfrm>
            <a:prstGeom prst="ellipse">
              <a:avLst/>
            </a:prstGeom>
            <a:solidFill>
              <a:srgbClr val="2F5D5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7" name="圓點"/>
            <p:cNvSpPr/>
            <p:nvPr/>
          </p:nvSpPr>
          <p:spPr>
            <a:xfrm>
              <a:off x="10874763" y="5052060"/>
              <a:ext cx="137160" cy="137160"/>
            </a:xfrm>
            <a:prstGeom prst="ellipse">
              <a:avLst/>
            </a:prstGeom>
            <a:solidFill>
              <a:srgbClr val="C9A227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11149083" y="5052060"/>
              <a:ext cx="137160" cy="137160"/>
            </a:xfrm>
            <a:prstGeom prst="ellipse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9" name="圖說"/>
          <p:cNvSpPr/>
          <p:nvPr/>
        </p:nvSpPr>
        <p:spPr>
          <a:xfrm>
            <a:off x="10271063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10" name="線條"/>
          <p:cNvSpPr/>
          <p:nvPr/>
        </p:nvSpPr>
        <p:spPr>
          <a:xfrm>
            <a:off x="548640" y="560984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1" name="類別"/>
          <p:cNvSpPr/>
          <p:nvPr/>
        </p:nvSpPr>
        <p:spPr>
          <a:xfrm>
            <a:off x="548640" y="574700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632704"/>
            <a:ext cx="1097280" cy="448056"/>
            <a:chOff x="1998160" y="5632704"/>
            <a:chExt cx="1097280" cy="448056"/>
          </a:xfrm>
        </p:grpSpPr>
        <p:sp>
          <p:nvSpPr>
            <p:cNvPr id="112" name="群組框"/>
            <p:cNvSpPr/>
            <p:nvPr/>
          </p:nvSpPr>
          <p:spPr>
            <a:xfrm>
              <a:off x="1998160" y="5715000"/>
              <a:ext cx="1097280" cy="365760"/>
            </a:xfrm>
            <a:prstGeom prst="roundRect">
              <a:avLst>
                <a:gd name="adj" fmla="val 25000"/>
              </a:avLst>
            </a:prstGeom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3" name="群組名稱"/>
            <p:cNvSpPr/>
            <p:nvPr/>
          </p:nvSpPr>
          <p:spPr>
            <a:xfrm>
              <a:off x="2089600" y="5632704"/>
              <a:ext cx="566928" cy="164592"/>
            </a:xfrm>
            <a:prstGeom prst="rect">
              <a:avLst/>
            </a:prstGeom>
            <a:solidFill>
              <a:srgbClr val="F4F4F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4" name="圖說"/>
          <p:cNvSpPr/>
          <p:nvPr/>
        </p:nvSpPr>
        <p:spPr>
          <a:xfrm>
            <a:off x="1874520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5" name="淺灰面板"/>
          <p:cNvSpPr/>
          <p:nvPr/>
        </p:nvSpPr>
        <p:spPr>
          <a:xfrm>
            <a:off x="3397584" y="566013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E6E6E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3273944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17" name="卡片"/>
          <p:cNvSpPr/>
          <p:nvPr/>
        </p:nvSpPr>
        <p:spPr>
          <a:xfrm>
            <a:off x="4797008" y="5660136"/>
            <a:ext cx="10972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4673368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19" name="卡片"/>
          <p:cNvSpPr/>
          <p:nvPr/>
        </p:nvSpPr>
        <p:spPr>
          <a:xfrm>
            <a:off x="6196432" y="5660136"/>
            <a:ext cx="10972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6072792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660136"/>
            <a:ext cx="1097280" cy="420624"/>
            <a:chOff x="7595855" y="5660136"/>
            <a:chExt cx="1097280" cy="420624"/>
          </a:xfrm>
        </p:grpSpPr>
        <p:sp>
          <p:nvSpPr>
            <p:cNvPr id="121" name="卡片"/>
            <p:cNvSpPr/>
            <p:nvPr/>
          </p:nvSpPr>
          <p:spPr>
            <a:xfrm>
              <a:off x="7595855" y="5660136"/>
              <a:ext cx="1097280" cy="420624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表頭"/>
            <p:cNvSpPr/>
            <p:nvPr/>
          </p:nvSpPr>
          <p:spPr>
            <a:xfrm>
              <a:off x="7595855" y="566013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91440"/>
                  </a:lnTo>
                  <a:arcTo hR="91440" wR="91440" stAng="10800000" swAng="5400000"/>
                  <a:lnTo>
                    <a:pt x="1005840" y="0"/>
                  </a:lnTo>
                  <a:arcTo hR="91440" wR="91440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2F5D5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7472216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660136"/>
            <a:ext cx="1097280" cy="420624"/>
            <a:chOff x="8995279" y="5660136"/>
            <a:chExt cx="1097280" cy="420624"/>
          </a:xfrm>
        </p:grpSpPr>
        <p:sp>
          <p:nvSpPr>
            <p:cNvPr id="124" name="卡片"/>
            <p:cNvSpPr/>
            <p:nvPr/>
          </p:nvSpPr>
          <p:spPr>
            <a:xfrm>
              <a:off x="8995279" y="566013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側邊色條"/>
            <p:cNvSpPr/>
            <p:nvPr/>
          </p:nvSpPr>
          <p:spPr>
            <a:xfrm>
              <a:off x="8995279" y="5660136"/>
              <a:ext cx="54864" cy="420624"/>
            </a:xfrm>
            <a:prstGeom prst="rect">
              <a:avLst/>
            </a:prstGeom>
            <a:solidFill>
              <a:srgbClr val="C9A227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8871639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660136"/>
            <a:ext cx="731520" cy="420624"/>
            <a:chOff x="10577583" y="5660136"/>
            <a:chExt cx="731520" cy="420624"/>
          </a:xfrm>
        </p:grpSpPr>
        <p:sp>
          <p:nvSpPr>
            <p:cNvPr id="127" name="寬欄條"/>
            <p:cNvSpPr/>
            <p:nvPr/>
          </p:nvSpPr>
          <p:spPr>
            <a:xfrm>
              <a:off x="10577583" y="5660136"/>
              <a:ext cx="310896" cy="420624"/>
            </a:xfrm>
            <a:prstGeom prst="roundRect">
              <a:avLst>
                <a:gd name="adj" fmla="val 35294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寬欄條"/>
            <p:cNvSpPr/>
            <p:nvPr/>
          </p:nvSpPr>
          <p:spPr>
            <a:xfrm>
              <a:off x="10998207" y="5660136"/>
              <a:ext cx="310896" cy="420624"/>
            </a:xfrm>
            <a:prstGeom prst="roundRect">
              <a:avLst>
                <a:gd name="adj" fmla="val 35294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10271063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30" name="線條"/>
          <p:cNvSpPr/>
          <p:nvPr/>
        </p:nvSpPr>
        <p:spPr>
          <a:xfrm>
            <a:off x="1737360" y="1700784"/>
            <a:ext cx="0" cy="453542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2" name="Text 13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12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57363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3489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15084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749808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276856"/>
            <a:ext cx="2622728" cy="777240"/>
            <a:chOff x="548640" y="2276856"/>
            <a:chExt cx="2622728" cy="777240"/>
          </a:xfrm>
        </p:grpSpPr>
        <p:sp>
          <p:nvSpPr>
            <p:cNvPr id="9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768096" y="2276856"/>
              <a:ext cx="237744" cy="237744"/>
            </a:xfrm>
            <a:prstGeom prst="roundRect">
              <a:avLst>
                <a:gd name="adj" fmla="val 23077"/>
              </a:avLst>
            </a:prstGeom>
            <a:solidFill>
              <a:srgbClr val="2F5D5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11" name="線條"/>
            <p:cNvSpPr/>
            <p:nvPr/>
          </p:nvSpPr>
          <p:spPr>
            <a:xfrm>
              <a:off x="1225296" y="2862072"/>
              <a:ext cx="296380" cy="0"/>
            </a:xfrm>
            <a:prstGeom prst="line">
              <a:avLst/>
            </a:prstGeom>
            <a:noFill/>
            <a:ln w="19050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12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3" name="編號"/>
            <p:cNvSpPr/>
            <p:nvPr/>
          </p:nvSpPr>
          <p:spPr>
            <a:xfrm>
              <a:off x="1741132" y="2276856"/>
              <a:ext cx="237744" cy="237744"/>
            </a:xfrm>
            <a:prstGeom prst="roundRect">
              <a:avLst>
                <a:gd name="adj" fmla="val 23077"/>
              </a:avLst>
            </a:prstGeom>
            <a:solidFill>
              <a:srgbClr val="2F5D5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14" name="線條"/>
            <p:cNvSpPr/>
            <p:nvPr/>
          </p:nvSpPr>
          <p:spPr>
            <a:xfrm>
              <a:off x="2198332" y="2862072"/>
              <a:ext cx="296380" cy="0"/>
            </a:xfrm>
            <a:prstGeom prst="line">
              <a:avLst/>
            </a:prstGeom>
            <a:noFill/>
            <a:ln w="19050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15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6" name="編號"/>
            <p:cNvSpPr/>
            <p:nvPr/>
          </p:nvSpPr>
          <p:spPr>
            <a:xfrm>
              <a:off x="2714168" y="2276856"/>
              <a:ext cx="237744" cy="237744"/>
            </a:xfrm>
            <a:prstGeom prst="roundRect">
              <a:avLst>
                <a:gd name="adj" fmla="val 23077"/>
              </a:avLst>
            </a:prstGeom>
            <a:solidFill>
              <a:srgbClr val="2F5D5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900" dirty="0"/>
            </a:p>
          </p:txBody>
        </p:sp>
      </p:grpSp>
      <p:sp>
        <p:nvSpPr>
          <p:cNvPr id="17" name="Text 15"/>
          <p:cNvSpPr/>
          <p:nvPr/>
        </p:nvSpPr>
        <p:spPr>
          <a:xfrm>
            <a:off x="3372536" y="1815084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組合名稱"/>
          <p:cNvSpPr/>
          <p:nvPr/>
        </p:nvSpPr>
        <p:spPr>
          <a:xfrm>
            <a:off x="3573704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19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20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21" name="線條"/>
            <p:cNvSpPr/>
            <p:nvPr/>
          </p:nvSpPr>
          <p:spPr>
            <a:xfrm>
              <a:off x="4030904" y="2514600"/>
              <a:ext cx="237744" cy="0"/>
            </a:xfrm>
            <a:prstGeom prst="line">
              <a:avLst/>
            </a:prstGeom>
            <a:noFill/>
            <a:ln w="19050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22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sp>
          <p:nvSpPr>
            <p:cNvPr id="23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sp>
          <p:nvSpPr>
            <p:cNvPr id="24" name="線條"/>
            <p:cNvSpPr/>
            <p:nvPr/>
          </p:nvSpPr>
          <p:spPr>
            <a:xfrm>
              <a:off x="5036744" y="2514600"/>
              <a:ext cx="281864" cy="0"/>
            </a:xfrm>
            <a:prstGeom prst="line">
              <a:avLst/>
            </a:prstGeom>
            <a:noFill/>
            <a:ln w="19050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25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6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sp>
          <p:nvSpPr>
            <p:cNvPr id="27" name="線條"/>
            <p:cNvSpPr/>
            <p:nvPr/>
          </p:nvSpPr>
          <p:spPr>
            <a:xfrm>
              <a:off x="4652696" y="2807208"/>
              <a:ext cx="0" cy="448056"/>
            </a:xfrm>
            <a:prstGeom prst="line">
              <a:avLst/>
            </a:prstGeom>
            <a:noFill/>
            <a:ln w="19050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28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6196432" y="1815084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組合名稱"/>
          <p:cNvSpPr/>
          <p:nvPr/>
        </p:nvSpPr>
        <p:spPr>
          <a:xfrm>
            <a:off x="6397600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31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2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33" name="線條"/>
            <p:cNvSpPr/>
            <p:nvPr/>
          </p:nvSpPr>
          <p:spPr>
            <a:xfrm>
              <a:off x="6873088" y="2624328"/>
              <a:ext cx="296380" cy="0"/>
            </a:xfrm>
            <a:prstGeom prst="line">
              <a:avLst/>
            </a:prstGeom>
            <a:noFill/>
            <a:ln w="19050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34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7846124" y="2624328"/>
              <a:ext cx="296380" cy="0"/>
            </a:xfrm>
            <a:prstGeom prst="line">
              <a:avLst/>
            </a:prstGeom>
            <a:noFill/>
            <a:ln w="19050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36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sp>
          <p:nvSpPr>
            <p:cNvPr id="37" name="連接線"/>
            <p:cNvSpPr/>
            <p:nvPr/>
          </p:nvSpPr>
          <p:spPr>
            <a:xfrm>
              <a:off x="6534760" y="2816352"/>
              <a:ext cx="973036" cy="384048"/>
            </a:xfrm>
            <a:custGeom>
              <a:avLst/>
              <a:gdLst/>
              <a:ahLst/>
              <a:cxnLst/>
              <a:rect l="l" t="t" r="r" b="b"/>
              <a:pathLst>
                <a:path w="973036" h="384048">
                  <a:moveTo>
                    <a:pt x="973036" y="0"/>
                  </a:moveTo>
                  <a:lnTo>
                    <a:pt x="973036" y="384048"/>
                  </a:lnTo>
                  <a:lnTo>
                    <a:pt x="0" y="384048"/>
                  </a:lnTo>
                  <a:lnTo>
                    <a:pt x="0" y="0"/>
                  </a:lnTo>
                </a:path>
              </a:pathLst>
            </a:custGeom>
            <a:ln w="19050">
              <a:solidFill>
                <a:srgbClr val="C0504D"/>
              </a:solidFill>
              <a:prstDash val="sysDash"/>
              <a:tailEnd type="triangle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8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39" name="Text 37"/>
          <p:cNvSpPr/>
          <p:nvPr/>
        </p:nvSpPr>
        <p:spPr>
          <a:xfrm>
            <a:off x="9020327" y="1815084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9221495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41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2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43" name="線條"/>
            <p:cNvSpPr/>
            <p:nvPr/>
          </p:nvSpPr>
          <p:spPr>
            <a:xfrm>
              <a:off x="9751847" y="3008376"/>
              <a:ext cx="182880" cy="0"/>
            </a:xfrm>
            <a:prstGeom prst="line">
              <a:avLst/>
            </a:prstGeom>
            <a:noFill/>
            <a:ln w="19050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44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sp>
          <p:nvSpPr>
            <p:cNvPr id="45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sp>
          <p:nvSpPr>
            <p:cNvPr id="46" name="線條"/>
            <p:cNvSpPr/>
            <p:nvPr/>
          </p:nvSpPr>
          <p:spPr>
            <a:xfrm>
              <a:off x="10611383" y="3008376"/>
              <a:ext cx="464744" cy="0"/>
            </a:xfrm>
            <a:prstGeom prst="line">
              <a:avLst/>
            </a:prstGeom>
            <a:noFill/>
            <a:ln w="19050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47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sp>
          <p:nvSpPr>
            <p:cNvPr id="48" name="連接線"/>
            <p:cNvSpPr/>
            <p:nvPr/>
          </p:nvSpPr>
          <p:spPr>
            <a:xfrm>
              <a:off x="9386087" y="2322576"/>
              <a:ext cx="886968" cy="493776"/>
            </a:xfrm>
            <a:custGeom>
              <a:avLst/>
              <a:gdLst/>
              <a:ahLst/>
              <a:cxnLst/>
              <a:rect l="l" t="t" r="r" b="b"/>
              <a:pathLst>
                <a:path w="886968" h="493776">
                  <a:moveTo>
                    <a:pt x="886968" y="411480"/>
                  </a:moveTo>
                  <a:lnTo>
                    <a:pt x="886968" y="0"/>
                  </a:lnTo>
                  <a:lnTo>
                    <a:pt x="0" y="0"/>
                  </a:lnTo>
                  <a:lnTo>
                    <a:pt x="0" y="493776"/>
                  </a:lnTo>
                </a:path>
              </a:pathLst>
            </a:custGeom>
            <a:ln w="19050">
              <a:solidFill>
                <a:srgbClr val="8C8C8C"/>
              </a:solidFill>
              <a:prstDash val="solid"/>
              <a:tailEnd type="triangle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9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50" name="Text 48"/>
          <p:cNvSpPr/>
          <p:nvPr/>
        </p:nvSpPr>
        <p:spPr>
          <a:xfrm>
            <a:off x="548640" y="411937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組合名稱"/>
          <p:cNvSpPr/>
          <p:nvPr/>
        </p:nvSpPr>
        <p:spPr>
          <a:xfrm>
            <a:off x="749808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3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55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sp>
          <p:nvSpPr>
            <p:cNvPr id="60" name="連接線"/>
            <p:cNvSpPr/>
            <p:nvPr/>
          </p:nvSpPr>
          <p:spPr>
            <a:xfrm>
              <a:off x="1737360" y="4809744"/>
              <a:ext cx="594360" cy="594360"/>
            </a:xfrm>
            <a:custGeom>
              <a:avLst/>
              <a:gdLst/>
              <a:ahLst/>
              <a:cxnLst/>
              <a:rect l="l" t="t" r="r" b="b"/>
              <a:pathLst>
                <a:path w="594360" h="594360">
                  <a:moveTo>
                    <a:pt x="0" y="0"/>
                  </a:moveTo>
                  <a:lnTo>
                    <a:pt x="594360" y="0"/>
                  </a:lnTo>
                  <a:lnTo>
                    <a:pt x="594360" y="594360"/>
                  </a:lnTo>
                </a:path>
              </a:pathLst>
            </a:custGeom>
            <a:ln w="19050">
              <a:solidFill>
                <a:srgbClr val="8C8C8C"/>
              </a:solidFill>
              <a:prstDash val="solid"/>
              <a:tailEnd type="triangle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連接線"/>
            <p:cNvSpPr/>
            <p:nvPr/>
          </p:nvSpPr>
          <p:spPr>
            <a:xfrm>
              <a:off x="2651760" y="5001768"/>
              <a:ext cx="126416" cy="594360"/>
            </a:xfrm>
            <a:custGeom>
              <a:avLst/>
              <a:gdLst/>
              <a:ahLst/>
              <a:cxnLst/>
              <a:rect l="l" t="t" r="r" b="b"/>
              <a:pathLst>
                <a:path w="126416" h="594360">
                  <a:moveTo>
                    <a:pt x="0" y="594360"/>
                  </a:moveTo>
                  <a:lnTo>
                    <a:pt x="126416" y="594360"/>
                  </a:lnTo>
                  <a:lnTo>
                    <a:pt x="126416" y="0"/>
                  </a:lnTo>
                </a:path>
              </a:pathLst>
            </a:custGeom>
            <a:ln w="19050">
              <a:solidFill>
                <a:srgbClr val="8C8C8C"/>
              </a:solidFill>
              <a:prstDash val="solid"/>
              <a:tailEnd type="triangle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2" name="Text 60"/>
          <p:cNvSpPr/>
          <p:nvPr/>
        </p:nvSpPr>
        <p:spPr>
          <a:xfrm>
            <a:off x="3372536" y="411937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組合名稱"/>
          <p:cNvSpPr/>
          <p:nvPr/>
        </p:nvSpPr>
        <p:spPr>
          <a:xfrm>
            <a:off x="3573704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64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5" name="處理"/>
            <p:cNvSpPr/>
            <p:nvPr/>
          </p:nvSpPr>
          <p:spPr>
            <a:xfrm>
              <a:off x="3372536" y="4983480"/>
              <a:ext cx="512064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2F5D5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4323512" y="4562856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4323512" y="54041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69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2F5D5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5428336" y="4983480"/>
              <a:ext cx="566928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sp>
          <p:nvSpPr>
            <p:cNvPr id="71" name="線條"/>
            <p:cNvSpPr/>
            <p:nvPr/>
          </p:nvSpPr>
          <p:spPr>
            <a:xfrm>
              <a:off x="3884600" y="5175504"/>
              <a:ext cx="182880" cy="0"/>
            </a:xfrm>
            <a:prstGeom prst="line">
              <a:avLst/>
            </a:prstGeom>
            <a:noFill/>
            <a:ln w="19050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72" name="線條"/>
            <p:cNvSpPr/>
            <p:nvPr/>
          </p:nvSpPr>
          <p:spPr>
            <a:xfrm>
              <a:off x="4131488" y="4754880"/>
              <a:ext cx="192024" cy="0"/>
            </a:xfrm>
            <a:prstGeom prst="line">
              <a:avLst/>
            </a:prstGeom>
            <a:noFill/>
            <a:ln w="19050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73" name="線條"/>
            <p:cNvSpPr/>
            <p:nvPr/>
          </p:nvSpPr>
          <p:spPr>
            <a:xfrm>
              <a:off x="4131488" y="5596128"/>
              <a:ext cx="192024" cy="0"/>
            </a:xfrm>
            <a:prstGeom prst="line">
              <a:avLst/>
            </a:prstGeom>
            <a:noFill/>
            <a:ln w="19050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74" name="線條"/>
            <p:cNvSpPr/>
            <p:nvPr/>
          </p:nvSpPr>
          <p:spPr>
            <a:xfrm>
              <a:off x="5000168" y="4754880"/>
              <a:ext cx="25832" cy="0"/>
            </a:xfrm>
            <a:prstGeom prst="line">
              <a:avLst/>
            </a:prstGeom>
            <a:noFill/>
            <a:ln w="19050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75" name="線條"/>
            <p:cNvSpPr/>
            <p:nvPr/>
          </p:nvSpPr>
          <p:spPr>
            <a:xfrm>
              <a:off x="5000168" y="5596128"/>
              <a:ext cx="25832" cy="0"/>
            </a:xfrm>
            <a:prstGeom prst="line">
              <a:avLst/>
            </a:prstGeom>
            <a:noFill/>
            <a:ln w="19050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76" name="線條"/>
            <p:cNvSpPr/>
            <p:nvPr/>
          </p:nvSpPr>
          <p:spPr>
            <a:xfrm>
              <a:off x="5090008" y="5175504"/>
              <a:ext cx="338328" cy="0"/>
            </a:xfrm>
            <a:prstGeom prst="line">
              <a:avLst/>
            </a:prstGeom>
            <a:noFill/>
            <a:ln w="19050">
              <a:solidFill>
                <a:srgbClr val="8C8C8C"/>
              </a:solidFill>
              <a:prstDash val="solid"/>
              <a:tailEnd type="triangle"/>
            </a:ln>
          </p:spPr>
        </p:sp>
      </p:grpSp>
      <p:sp>
        <p:nvSpPr>
          <p:cNvPr id="77" name="Text 75"/>
          <p:cNvSpPr/>
          <p:nvPr/>
        </p:nvSpPr>
        <p:spPr>
          <a:xfrm>
            <a:off x="6196432" y="411937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6397600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79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64608"/>
            <a:ext cx="2714168" cy="731520"/>
            <a:chOff x="6150712" y="4864608"/>
            <a:chExt cx="2714168" cy="731520"/>
          </a:xfrm>
        </p:grpSpPr>
        <p:sp>
          <p:nvSpPr>
            <p:cNvPr id="80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82" name="線條"/>
            <p:cNvSpPr/>
            <p:nvPr/>
          </p:nvSpPr>
          <p:spPr>
            <a:xfrm>
              <a:off x="6891376" y="5056632"/>
              <a:ext cx="351244" cy="0"/>
            </a:xfrm>
            <a:prstGeom prst="line">
              <a:avLst/>
            </a:prstGeom>
            <a:noFill/>
            <a:ln w="19050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83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84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85" name="線條"/>
            <p:cNvSpPr/>
            <p:nvPr/>
          </p:nvSpPr>
          <p:spPr>
            <a:xfrm>
              <a:off x="7827836" y="5056632"/>
              <a:ext cx="241516" cy="0"/>
            </a:xfrm>
            <a:prstGeom prst="line">
              <a:avLst/>
            </a:prstGeom>
            <a:noFill/>
            <a:ln w="19050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86" name="文件"/>
            <p:cNvSpPr/>
            <p:nvPr/>
          </p:nvSpPr>
          <p:spPr>
            <a:xfrm>
              <a:off x="8069351" y="4864608"/>
              <a:ext cx="749808" cy="475488"/>
            </a:xfrm>
            <a:custGeom>
              <a:avLst/>
              <a:gdLst/>
              <a:ahLst/>
              <a:cxnLst/>
              <a:rect l="l" t="t" r="r" b="b"/>
              <a:pathLst>
                <a:path w="749808" h="475488">
                  <a:moveTo>
                    <a:pt x="0" y="0"/>
                  </a:moveTo>
                  <a:lnTo>
                    <a:pt x="749808" y="0"/>
                  </a:lnTo>
                  <a:lnTo>
                    <a:pt x="749808" y="381341"/>
                  </a:lnTo>
                  <a:cubicBezTo>
                    <a:pt x="374904" y="381341"/>
                    <a:pt x="374904" y="526603"/>
                    <a:pt x="0" y="444106"/>
                  </a:cubicBezTo>
                  <a:close/>
                </a:path>
              </a:pathLst>
            </a:cu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0" rIns="38100" bIns="95098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87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</p:grpSp>
      <p:sp>
        <p:nvSpPr>
          <p:cNvPr id="88" name="Text 86"/>
          <p:cNvSpPr/>
          <p:nvPr/>
        </p:nvSpPr>
        <p:spPr>
          <a:xfrm>
            <a:off x="9020327" y="411937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組合名稱"/>
          <p:cNvSpPr/>
          <p:nvPr/>
        </p:nvSpPr>
        <p:spPr>
          <a:xfrm>
            <a:off x="9221495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90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91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10169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94" name="三角形"/>
            <p:cNvSpPr/>
            <p:nvPr/>
          </p:nvSpPr>
          <p:spPr>
            <a:xfrm>
              <a:off x="10157955" y="5125212"/>
              <a:ext cx="91440" cy="118872"/>
            </a:xfrm>
            <a:custGeom>
              <a:avLst/>
              <a:gdLst/>
              <a:ahLst/>
              <a:cxnLst/>
              <a:rect l="l" t="t" r="r" b="b"/>
              <a:pathLst>
                <a:path w="91440" h="118872">
                  <a:moveTo>
                    <a:pt x="0" y="0"/>
                  </a:moveTo>
                  <a:lnTo>
                    <a:pt x="91440" y="59436"/>
                  </a:lnTo>
                  <a:lnTo>
                    <a:pt x="0" y="118872"/>
                  </a:lnTo>
                  <a:close/>
                </a:path>
              </a:pathLst>
            </a:custGeom>
            <a:solidFill>
              <a:srgbClr val="C9A227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5" name="三角形"/>
            <p:cNvSpPr/>
            <p:nvPr/>
          </p:nvSpPr>
          <p:spPr>
            <a:xfrm>
              <a:off x="10285971" y="5125212"/>
              <a:ext cx="91440" cy="118872"/>
            </a:xfrm>
            <a:custGeom>
              <a:avLst/>
              <a:gdLst/>
              <a:ahLst/>
              <a:cxnLst/>
              <a:rect l="l" t="t" r="r" b="b"/>
              <a:pathLst>
                <a:path w="91440" h="118872">
                  <a:moveTo>
                    <a:pt x="0" y="0"/>
                  </a:moveTo>
                  <a:lnTo>
                    <a:pt x="91440" y="59436"/>
                  </a:lnTo>
                  <a:lnTo>
                    <a:pt x="0" y="118872"/>
                  </a:lnTo>
                  <a:close/>
                </a:path>
              </a:pathLst>
            </a:custGeom>
            <a:solidFill>
              <a:srgbClr val="C9A227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三角形"/>
            <p:cNvSpPr/>
            <p:nvPr/>
          </p:nvSpPr>
          <p:spPr>
            <a:xfrm>
              <a:off x="10413987" y="5125212"/>
              <a:ext cx="91440" cy="118872"/>
            </a:xfrm>
            <a:custGeom>
              <a:avLst/>
              <a:gdLst/>
              <a:ahLst/>
              <a:cxnLst/>
              <a:rect l="l" t="t" r="r" b="b"/>
              <a:pathLst>
                <a:path w="91440" h="118872">
                  <a:moveTo>
                    <a:pt x="0" y="0"/>
                  </a:moveTo>
                  <a:lnTo>
                    <a:pt x="91440" y="59436"/>
                  </a:lnTo>
                  <a:lnTo>
                    <a:pt x="0" y="118872"/>
                  </a:lnTo>
                  <a:close/>
                </a:path>
              </a:pathLst>
            </a:custGeom>
            <a:solidFill>
              <a:srgbClr val="C9A227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7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10169"/>
              </a:avLst>
            </a:prstGeom>
            <a:solidFill>
              <a:srgbClr val="FFFFFF"/>
            </a:solidFill>
            <a:ln w="22225">
              <a:solidFill>
                <a:srgbClr val="2F5D5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8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99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100" name="Text 98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01" name="Text 99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50251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色彩、字級與元件語言一覽：暖灰畫布、粗灰外框扁平卡片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377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F5D5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#2F5D50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448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#24483E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E2EBE7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#E2EBE7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#C9A227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48640" y="3643884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49808" y="3547872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40pt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F5D5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373368" y="1783080"/>
            <a:ext cx="52696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3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2.25pt</a:t>
            </a:r>
            <a:endParaRPr lang="en-US" sz="1000" dirty="0"/>
          </a:p>
        </p:txBody>
      </p:sp>
      <p:sp>
        <p:nvSpPr>
          <p:cNvPr id="46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109728"/>
                </a:lnTo>
                <a:arcTo hR="109728" wR="109728" stAng="10800000" swAng="5400000"/>
                <a:lnTo>
                  <a:pt x="1078992" y="0"/>
                </a:lnTo>
                <a:arcTo hR="109728" wR="109728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2F5D5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小圓角方籤</a:t>
            </a:r>
            <a:endParaRPr lang="en-US" sz="1000" dirty="0"/>
          </a:p>
        </p:txBody>
      </p:sp>
      <p:sp>
        <p:nvSpPr>
          <p:cNvPr id="52" name="標籤"/>
          <p:cNvSpPr/>
          <p:nvPr/>
        </p:nvSpPr>
        <p:spPr>
          <a:xfrm>
            <a:off x="7086600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3" name="標籤"/>
          <p:cNvSpPr/>
          <p:nvPr/>
        </p:nvSpPr>
        <p:spPr>
          <a:xfrm>
            <a:off x="7746919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C9A22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4" name="標籤"/>
          <p:cNvSpPr/>
          <p:nvPr/>
        </p:nvSpPr>
        <p:spPr>
          <a:xfrm>
            <a:off x="8407237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5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圓角方塊</a:t>
            </a:r>
            <a:endParaRPr lang="en-US" sz="1000" dirty="0"/>
          </a:p>
        </p:txBody>
      </p:sp>
      <p:sp>
        <p:nvSpPr>
          <p:cNvPr id="58" name="編號"/>
          <p:cNvSpPr/>
          <p:nvPr/>
        </p:nvSpPr>
        <p:spPr>
          <a:xfrm>
            <a:off x="7123176" y="3721608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59" name="編號"/>
          <p:cNvSpPr/>
          <p:nvPr/>
        </p:nvSpPr>
        <p:spPr>
          <a:xfrm>
            <a:off x="7690104" y="3721608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60" name="編號"/>
          <p:cNvSpPr/>
          <p:nvPr/>
        </p:nvSpPr>
        <p:spPr>
          <a:xfrm>
            <a:off x="8257032" y="3721608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2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6" name="三角形"/>
          <p:cNvSpPr/>
          <p:nvPr/>
        </p:nvSpPr>
        <p:spPr>
          <a:xfrm>
            <a:off x="7735824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三角形"/>
          <p:cNvSpPr/>
          <p:nvPr/>
        </p:nvSpPr>
        <p:spPr>
          <a:xfrm>
            <a:off x="7863840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三角形"/>
          <p:cNvSpPr/>
          <p:nvPr/>
        </p:nvSpPr>
        <p:spPr>
          <a:xfrm>
            <a:off x="7991856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70" name="三角形"/>
          <p:cNvSpPr/>
          <p:nvPr/>
        </p:nvSpPr>
        <p:spPr>
          <a:xfrm>
            <a:off x="8833104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三角形"/>
          <p:cNvSpPr/>
          <p:nvPr/>
        </p:nvSpPr>
        <p:spPr>
          <a:xfrm>
            <a:off x="8961120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三角形"/>
          <p:cNvSpPr/>
          <p:nvPr/>
        </p:nvSpPr>
        <p:spPr>
          <a:xfrm>
            <a:off x="9089136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74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6" name="Text 74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1.5pt 實線＋三角箭頭</a:t>
            </a:r>
            <a:endParaRPr lang="en-US" sz="1000" dirty="0"/>
          </a:p>
        </p:txBody>
      </p:sp>
      <p:sp>
        <p:nvSpPr>
          <p:cNvPr id="77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78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81" name="Text 79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六角形鏈</a:t>
            </a:r>
            <a:endParaRPr lang="en-US" sz="1000" dirty="0"/>
          </a:p>
        </p:txBody>
      </p:sp>
      <p:sp>
        <p:nvSpPr>
          <p:cNvPr id="82" name="流程鏈"/>
          <p:cNvSpPr/>
          <p:nvPr/>
        </p:nvSpPr>
        <p:spPr>
          <a:xfrm>
            <a:off x="7086600" y="5650992"/>
            <a:ext cx="579120" cy="402336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83" name="三角形"/>
          <p:cNvSpPr/>
          <p:nvPr/>
        </p:nvSpPr>
        <p:spPr>
          <a:xfrm>
            <a:off x="7743444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三角形"/>
          <p:cNvSpPr/>
          <p:nvPr/>
        </p:nvSpPr>
        <p:spPr>
          <a:xfrm>
            <a:off x="7871460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三角形"/>
          <p:cNvSpPr/>
          <p:nvPr/>
        </p:nvSpPr>
        <p:spPr>
          <a:xfrm>
            <a:off x="7999476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流程鏈"/>
          <p:cNvSpPr/>
          <p:nvPr/>
        </p:nvSpPr>
        <p:spPr>
          <a:xfrm>
            <a:off x="8168640" y="5650992"/>
            <a:ext cx="579120" cy="402336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87" name="三角形"/>
          <p:cNvSpPr/>
          <p:nvPr/>
        </p:nvSpPr>
        <p:spPr>
          <a:xfrm>
            <a:off x="8825484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三角形"/>
          <p:cNvSpPr/>
          <p:nvPr/>
        </p:nvSpPr>
        <p:spPr>
          <a:xfrm>
            <a:off x="8953500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三角形"/>
          <p:cNvSpPr/>
          <p:nvPr/>
        </p:nvSpPr>
        <p:spPr>
          <a:xfrm>
            <a:off x="9081516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流程鏈"/>
          <p:cNvSpPr/>
          <p:nvPr/>
        </p:nvSpPr>
        <p:spPr>
          <a:xfrm>
            <a:off x="9250680" y="5650992"/>
            <a:ext cx="579120" cy="402336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91" name="Text 8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92" name="Text 9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41361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7487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600" dirty="0"/>
          </a:p>
        </p:txBody>
      </p:sp>
      <p:sp>
        <p:nvSpPr>
          <p:cNvPr id="8" name="線條"/>
          <p:cNvSpPr/>
          <p:nvPr/>
        </p:nvSpPr>
        <p:spPr>
          <a:xfrm>
            <a:off x="786384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2" name="線條"/>
          <p:cNvSpPr/>
          <p:nvPr/>
        </p:nvSpPr>
        <p:spPr>
          <a:xfrm>
            <a:off x="4628236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4" name="標籤"/>
          <p:cNvSpPr/>
          <p:nvPr/>
        </p:nvSpPr>
        <p:spPr>
          <a:xfrm>
            <a:off x="6854292" y="1746504"/>
            <a:ext cx="745744" cy="256032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5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109728"/>
                </a:lnTo>
                <a:arcTo hR="109728" wR="109728" stAng="10800000" swAng="5400000"/>
                <a:lnTo>
                  <a:pt x="3300984" y="0"/>
                </a:lnTo>
                <a:arcTo hR="109728" wR="109728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2F5D5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466801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49808" y="4572000"/>
            <a:ext cx="6199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4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C9A22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0" y="466801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516368" y="4572000"/>
            <a:ext cx="41266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3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7805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3931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10893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548640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1775236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C9A22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1" name="標籤"/>
          <p:cNvSpPr/>
          <p:nvPr/>
        </p:nvSpPr>
        <p:spPr>
          <a:xfrm>
            <a:off x="3001833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2" name="標籤"/>
          <p:cNvSpPr/>
          <p:nvPr/>
        </p:nvSpPr>
        <p:spPr>
          <a:xfrm>
            <a:off x="4228429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4" name="標籤"/>
          <p:cNvSpPr/>
          <p:nvPr/>
        </p:nvSpPr>
        <p:spPr>
          <a:xfrm>
            <a:off x="6460866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7089770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6" name="標籤"/>
          <p:cNvSpPr/>
          <p:nvPr/>
        </p:nvSpPr>
        <p:spPr>
          <a:xfrm>
            <a:off x="7718674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15925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49808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2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3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363060" y="315925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564228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4399636" y="367588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編號"/>
          <p:cNvSpPr/>
          <p:nvPr/>
        </p:nvSpPr>
        <p:spPr>
          <a:xfrm>
            <a:off x="4966564" y="367588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29" name="編號"/>
          <p:cNvSpPr/>
          <p:nvPr/>
        </p:nvSpPr>
        <p:spPr>
          <a:xfrm>
            <a:off x="5533492" y="367588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30" name="編號"/>
          <p:cNvSpPr/>
          <p:nvPr/>
        </p:nvSpPr>
        <p:spPr>
          <a:xfrm>
            <a:off x="6100420" y="367588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9A2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編號"/>
          <p:cNvSpPr/>
          <p:nvPr/>
        </p:nvSpPr>
        <p:spPr>
          <a:xfrm>
            <a:off x="4427068" y="4517136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4427068" y="5084064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4427068" y="5650992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177479" y="315925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8378647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42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6027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2153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100" dirty="0"/>
          </a:p>
        </p:txBody>
      </p:sp>
      <p:sp>
        <p:nvSpPr>
          <p:cNvPr id="11" name="Text 9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3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4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0936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510528" y="1783080"/>
            <a:ext cx="51325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6309360" y="2395728"/>
            <a:ext cx="1442618" cy="658368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9" name="三角形"/>
          <p:cNvSpPr/>
          <p:nvPr/>
        </p:nvSpPr>
        <p:spPr>
          <a:xfrm>
            <a:off x="7829702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三角形"/>
          <p:cNvSpPr/>
          <p:nvPr/>
        </p:nvSpPr>
        <p:spPr>
          <a:xfrm>
            <a:off x="7957718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三角形"/>
          <p:cNvSpPr/>
          <p:nvPr/>
        </p:nvSpPr>
        <p:spPr>
          <a:xfrm>
            <a:off x="8085734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流程鏈"/>
          <p:cNvSpPr/>
          <p:nvPr/>
        </p:nvSpPr>
        <p:spPr>
          <a:xfrm>
            <a:off x="8254898" y="2395728"/>
            <a:ext cx="1442618" cy="658368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23" name="三角形"/>
          <p:cNvSpPr/>
          <p:nvPr/>
        </p:nvSpPr>
        <p:spPr>
          <a:xfrm>
            <a:off x="9775241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三角形"/>
          <p:cNvSpPr/>
          <p:nvPr/>
        </p:nvSpPr>
        <p:spPr>
          <a:xfrm>
            <a:off x="9903257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三角形"/>
          <p:cNvSpPr/>
          <p:nvPr/>
        </p:nvSpPr>
        <p:spPr>
          <a:xfrm>
            <a:off x="10031273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流程鏈"/>
          <p:cNvSpPr/>
          <p:nvPr/>
        </p:nvSpPr>
        <p:spPr>
          <a:xfrm>
            <a:off x="10200437" y="2395728"/>
            <a:ext cx="1442618" cy="658368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7" name="流程鏈"/>
          <p:cNvSpPr/>
          <p:nvPr/>
        </p:nvSpPr>
        <p:spPr>
          <a:xfrm>
            <a:off x="6309360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8" name="三角形"/>
          <p:cNvSpPr/>
          <p:nvPr/>
        </p:nvSpPr>
        <p:spPr>
          <a:xfrm>
            <a:off x="7084680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三角形"/>
          <p:cNvSpPr/>
          <p:nvPr/>
        </p:nvSpPr>
        <p:spPr>
          <a:xfrm>
            <a:off x="7212696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三角形"/>
          <p:cNvSpPr/>
          <p:nvPr/>
        </p:nvSpPr>
        <p:spPr>
          <a:xfrm>
            <a:off x="7340712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流程鏈"/>
          <p:cNvSpPr/>
          <p:nvPr/>
        </p:nvSpPr>
        <p:spPr>
          <a:xfrm>
            <a:off x="7454555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32" name="三角形"/>
          <p:cNvSpPr/>
          <p:nvPr/>
        </p:nvSpPr>
        <p:spPr>
          <a:xfrm>
            <a:off x="8229874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三角形"/>
          <p:cNvSpPr/>
          <p:nvPr/>
        </p:nvSpPr>
        <p:spPr>
          <a:xfrm>
            <a:off x="8357890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三角形"/>
          <p:cNvSpPr/>
          <p:nvPr/>
        </p:nvSpPr>
        <p:spPr>
          <a:xfrm>
            <a:off x="8485906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流程鏈"/>
          <p:cNvSpPr/>
          <p:nvPr/>
        </p:nvSpPr>
        <p:spPr>
          <a:xfrm>
            <a:off x="8599749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36" name="三角形"/>
          <p:cNvSpPr/>
          <p:nvPr/>
        </p:nvSpPr>
        <p:spPr>
          <a:xfrm>
            <a:off x="9375069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三角形"/>
          <p:cNvSpPr/>
          <p:nvPr/>
        </p:nvSpPr>
        <p:spPr>
          <a:xfrm>
            <a:off x="9503085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三角形"/>
          <p:cNvSpPr/>
          <p:nvPr/>
        </p:nvSpPr>
        <p:spPr>
          <a:xfrm>
            <a:off x="9631101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流程鏈"/>
          <p:cNvSpPr/>
          <p:nvPr/>
        </p:nvSpPr>
        <p:spPr>
          <a:xfrm>
            <a:off x="9744944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40" name="三角形"/>
          <p:cNvSpPr/>
          <p:nvPr/>
        </p:nvSpPr>
        <p:spPr>
          <a:xfrm>
            <a:off x="10520263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三角形"/>
          <p:cNvSpPr/>
          <p:nvPr/>
        </p:nvSpPr>
        <p:spPr>
          <a:xfrm>
            <a:off x="10648279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三角形"/>
          <p:cNvSpPr/>
          <p:nvPr/>
        </p:nvSpPr>
        <p:spPr>
          <a:xfrm>
            <a:off x="10776295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流程鏈"/>
          <p:cNvSpPr/>
          <p:nvPr/>
        </p:nvSpPr>
        <p:spPr>
          <a:xfrm>
            <a:off x="10890138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44" name="流程鏈"/>
          <p:cNvSpPr/>
          <p:nvPr/>
        </p:nvSpPr>
        <p:spPr>
          <a:xfrm>
            <a:off x="6309360" y="4526280"/>
            <a:ext cx="956234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45" name="三角形"/>
          <p:cNvSpPr/>
          <p:nvPr/>
        </p:nvSpPr>
        <p:spPr>
          <a:xfrm>
            <a:off x="7343318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三角形"/>
          <p:cNvSpPr/>
          <p:nvPr/>
        </p:nvSpPr>
        <p:spPr>
          <a:xfrm>
            <a:off x="7471334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三角形"/>
          <p:cNvSpPr/>
          <p:nvPr/>
        </p:nvSpPr>
        <p:spPr>
          <a:xfrm>
            <a:off x="7599350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流程鏈"/>
          <p:cNvSpPr/>
          <p:nvPr/>
        </p:nvSpPr>
        <p:spPr>
          <a:xfrm>
            <a:off x="7768514" y="4526280"/>
            <a:ext cx="956234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49" name="三角形"/>
          <p:cNvSpPr/>
          <p:nvPr/>
        </p:nvSpPr>
        <p:spPr>
          <a:xfrm>
            <a:off x="8802472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三角形"/>
          <p:cNvSpPr/>
          <p:nvPr/>
        </p:nvSpPr>
        <p:spPr>
          <a:xfrm>
            <a:off x="8930488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三角形"/>
          <p:cNvSpPr/>
          <p:nvPr/>
        </p:nvSpPr>
        <p:spPr>
          <a:xfrm>
            <a:off x="9058504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流程鏈"/>
          <p:cNvSpPr/>
          <p:nvPr/>
        </p:nvSpPr>
        <p:spPr>
          <a:xfrm>
            <a:off x="9227668" y="4526280"/>
            <a:ext cx="956234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53" name="三角形"/>
          <p:cNvSpPr/>
          <p:nvPr/>
        </p:nvSpPr>
        <p:spPr>
          <a:xfrm>
            <a:off x="10261625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三角形"/>
          <p:cNvSpPr/>
          <p:nvPr/>
        </p:nvSpPr>
        <p:spPr>
          <a:xfrm>
            <a:off x="10389641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三角形"/>
          <p:cNvSpPr/>
          <p:nvPr/>
        </p:nvSpPr>
        <p:spPr>
          <a:xfrm>
            <a:off x="10517657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流程鏈"/>
          <p:cNvSpPr/>
          <p:nvPr/>
        </p:nvSpPr>
        <p:spPr>
          <a:xfrm>
            <a:off x="10686821" y="4526280"/>
            <a:ext cx="956234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6309360" y="5138928"/>
            <a:ext cx="9562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7768514" y="5138928"/>
            <a:ext cx="9562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9227668" y="5138928"/>
            <a:ext cx="9562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10686821" y="5138928"/>
            <a:ext cx="9562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454507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15772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1" name="線條"/>
          <p:cNvSpPr/>
          <p:nvPr/>
        </p:nvSpPr>
        <p:spPr>
          <a:xfrm>
            <a:off x="1426464" y="3017520"/>
            <a:ext cx="79850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3395396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96564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4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6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7" name="連接線"/>
          <p:cNvSpPr/>
          <p:nvPr/>
        </p:nvSpPr>
        <p:spPr>
          <a:xfrm>
            <a:off x="4273220" y="2679192"/>
            <a:ext cx="798500" cy="914400"/>
          </a:xfrm>
          <a:custGeom>
            <a:avLst/>
            <a:gdLst/>
            <a:ahLst/>
            <a:cxnLst/>
            <a:rect l="l" t="t" r="r" b="b"/>
            <a:pathLst>
              <a:path w="798500" h="914400">
                <a:moveTo>
                  <a:pt x="0" y="0"/>
                </a:moveTo>
                <a:lnTo>
                  <a:pt x="399250" y="0"/>
                </a:lnTo>
                <a:lnTo>
                  <a:pt x="399250" y="914400"/>
                </a:lnTo>
                <a:lnTo>
                  <a:pt x="798500" y="91440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242152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43320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2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3" name="線條"/>
          <p:cNvSpPr/>
          <p:nvPr/>
        </p:nvSpPr>
        <p:spPr>
          <a:xfrm>
            <a:off x="7119976" y="3017520"/>
            <a:ext cx="79850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ysDot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9088907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290075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8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9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ln w="19050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48640" y="402793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49808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2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4" name="三角形"/>
          <p:cNvSpPr/>
          <p:nvPr/>
        </p:nvSpPr>
        <p:spPr>
          <a:xfrm>
            <a:off x="1155173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三角形"/>
          <p:cNvSpPr/>
          <p:nvPr/>
        </p:nvSpPr>
        <p:spPr>
          <a:xfrm>
            <a:off x="1283189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三角形"/>
          <p:cNvSpPr/>
          <p:nvPr/>
        </p:nvSpPr>
        <p:spPr>
          <a:xfrm>
            <a:off x="1411205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8" name="三角形"/>
          <p:cNvSpPr/>
          <p:nvPr/>
        </p:nvSpPr>
        <p:spPr>
          <a:xfrm>
            <a:off x="2148783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三角形"/>
          <p:cNvSpPr/>
          <p:nvPr/>
        </p:nvSpPr>
        <p:spPr>
          <a:xfrm>
            <a:off x="2276799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三角形"/>
          <p:cNvSpPr/>
          <p:nvPr/>
        </p:nvSpPr>
        <p:spPr>
          <a:xfrm>
            <a:off x="2404815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395396" y="402793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3596564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44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5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6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7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242152" y="402793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6443320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52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3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54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63867C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55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C9A22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9088907" y="402793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9290075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8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9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60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61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sp>
        <p:nvSpPr>
          <p:cNvPr id="62" name="線條"/>
          <p:cNvSpPr/>
          <p:nvPr/>
        </p:nvSpPr>
        <p:spPr>
          <a:xfrm>
            <a:off x="9966731" y="5166360"/>
            <a:ext cx="39925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</a:ln>
        </p:spPr>
      </p:sp>
      <p:sp>
        <p:nvSpPr>
          <p:cNvPr id="63" name="連接線"/>
          <p:cNvSpPr/>
          <p:nvPr/>
        </p:nvSpPr>
        <p:spPr>
          <a:xfrm>
            <a:off x="10365981" y="4782312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384048"/>
                </a:moveTo>
                <a:lnTo>
                  <a:pt x="0" y="0"/>
                </a:lnTo>
                <a:lnTo>
                  <a:pt x="399250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連接線"/>
          <p:cNvSpPr/>
          <p:nvPr/>
        </p:nvSpPr>
        <p:spPr>
          <a:xfrm>
            <a:off x="10365981" y="5166360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0"/>
                </a:moveTo>
                <a:lnTo>
                  <a:pt x="0" y="384048"/>
                </a:lnTo>
                <a:lnTo>
                  <a:pt x="399250" y="384048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連接線為獨立線條，移動圖形後需手動調整；建議先排好圖形再拉線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44917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1043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FFFFF"/>
          </a:solidFill>
          <a:ln w="28575">
            <a:solidFill>
              <a:srgbClr val="C9A227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custGeom>
            <a:avLst/>
            <a:gdLst/>
            <a:ahLst/>
            <a:cxnLst/>
            <a:rect l="l" t="t" r="r" b="b"/>
            <a:pathLst>
              <a:path w="1371600" h="777240">
                <a:moveTo>
                  <a:pt x="0" y="0"/>
                </a:moveTo>
                <a:lnTo>
                  <a:pt x="1371600" y="0"/>
                </a:lnTo>
                <a:lnTo>
                  <a:pt x="1371600" y="623346"/>
                </a:lnTo>
                <a:cubicBezTo>
                  <a:pt x="685800" y="623346"/>
                  <a:pt x="685800" y="860793"/>
                  <a:pt x="0" y="725942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0" rIns="38100" bIns="15544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3863340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9808" y="3767328"/>
            <a:ext cx="10893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2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3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FFFFF"/>
          </a:solidFill>
          <a:ln w="28575">
            <a:solidFill>
              <a:srgbClr val="C9A227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4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5" name="文件"/>
          <p:cNvSpPr/>
          <p:nvPr/>
        </p:nvSpPr>
        <p:spPr>
          <a:xfrm>
            <a:off x="8500628" y="4343400"/>
            <a:ext cx="1463040" cy="731520"/>
          </a:xfrm>
          <a:custGeom>
            <a:avLst/>
            <a:gdLst/>
            <a:ahLst/>
            <a:cxnLst/>
            <a:rect l="l" t="t" r="r" b="b"/>
            <a:pathLst>
              <a:path w="1463040" h="731520">
                <a:moveTo>
                  <a:pt x="0" y="0"/>
                </a:moveTo>
                <a:lnTo>
                  <a:pt x="1463040" y="0"/>
                </a:lnTo>
                <a:lnTo>
                  <a:pt x="1463040" y="586679"/>
                </a:lnTo>
                <a:cubicBezTo>
                  <a:pt x="731520" y="586679"/>
                  <a:pt x="731520" y="810158"/>
                  <a:pt x="0" y="683240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0" rIns="38100" bIns="146304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6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sp>
        <p:nvSpPr>
          <p:cNvPr id="27" name="線條"/>
          <p:cNvSpPr/>
          <p:nvPr/>
        </p:nvSpPr>
        <p:spPr>
          <a:xfrm>
            <a:off x="1755648" y="4709160"/>
            <a:ext cx="499811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28" name="線條"/>
          <p:cNvSpPr/>
          <p:nvPr/>
        </p:nvSpPr>
        <p:spPr>
          <a:xfrm>
            <a:off x="3828227" y="4709160"/>
            <a:ext cx="518099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29" name="線條"/>
          <p:cNvSpPr/>
          <p:nvPr/>
        </p:nvSpPr>
        <p:spPr>
          <a:xfrm>
            <a:off x="6028822" y="4709160"/>
            <a:ext cx="408371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30" name="線條"/>
          <p:cNvSpPr/>
          <p:nvPr/>
        </p:nvSpPr>
        <p:spPr>
          <a:xfrm>
            <a:off x="8028249" y="4709160"/>
            <a:ext cx="408371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31" name="線條"/>
          <p:cNvSpPr/>
          <p:nvPr/>
        </p:nvSpPr>
        <p:spPr>
          <a:xfrm>
            <a:off x="10027676" y="4709160"/>
            <a:ext cx="408371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3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sp>
        <p:nvSpPr>
          <p:cNvPr id="34" name="線條"/>
          <p:cNvSpPr/>
          <p:nvPr/>
        </p:nvSpPr>
        <p:spPr>
          <a:xfrm>
            <a:off x="7232721" y="5074920"/>
            <a:ext cx="0" cy="283464"/>
          </a:xfrm>
          <a:prstGeom prst="line">
            <a:avLst/>
          </a:prstGeom>
          <a:noFill/>
          <a:ln w="19050">
            <a:solidFill>
              <a:srgbClr val="8C8C8C"/>
            </a:solidFill>
            <a:prstDash val="sysDash"/>
            <a:headEnd type="triangle"/>
            <a:tailEnd type="triangle"/>
          </a:ln>
        </p:spPr>
      </p:sp>
      <p:sp>
        <p:nvSpPr>
          <p:cNvPr id="35" name="連接線"/>
          <p:cNvSpPr/>
          <p:nvPr/>
        </p:nvSpPr>
        <p:spPr>
          <a:xfrm>
            <a:off x="3050987" y="5074920"/>
            <a:ext cx="2136587" cy="777240"/>
          </a:xfrm>
          <a:custGeom>
            <a:avLst/>
            <a:gdLst/>
            <a:ahLst/>
            <a:cxnLst/>
            <a:rect l="l" t="t" r="r" b="b"/>
            <a:pathLst>
              <a:path w="2136587" h="777240">
                <a:moveTo>
                  <a:pt x="2136587" y="146304"/>
                </a:moveTo>
                <a:lnTo>
                  <a:pt x="2136587" y="777240"/>
                </a:lnTo>
                <a:lnTo>
                  <a:pt x="0" y="777240"/>
                </a:lnTo>
                <a:lnTo>
                  <a:pt x="0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2471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597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24000"/>
            </a:avLst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3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5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6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22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73368" y="1783080"/>
            <a:ext cx="2496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2F5D50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9" name="標籤"/>
          <p:cNvSpPr/>
          <p:nvPr/>
        </p:nvSpPr>
        <p:spPr>
          <a:xfrm>
            <a:off x="6549136" y="3227832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7975600" y="3227832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6549136" y="4544568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2" name="標籤"/>
          <p:cNvSpPr/>
          <p:nvPr/>
        </p:nvSpPr>
        <p:spPr>
          <a:xfrm>
            <a:off x="7975600" y="4544568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23544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9436608" y="1783080"/>
            <a:ext cx="22064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9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2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19355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19355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10222992" y="299008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300" dirty="0"/>
          </a:p>
        </p:txBody>
      </p:sp>
      <p:sp>
        <p:nvSpPr>
          <p:cNvPr id="46" name="編號"/>
          <p:cNvSpPr/>
          <p:nvPr/>
        </p:nvSpPr>
        <p:spPr>
          <a:xfrm>
            <a:off x="11000232" y="299008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10222992" y="395020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300" dirty="0"/>
          </a:p>
        </p:txBody>
      </p:sp>
      <p:sp>
        <p:nvSpPr>
          <p:cNvPr id="49" name="編號"/>
          <p:cNvSpPr/>
          <p:nvPr/>
        </p:nvSpPr>
        <p:spPr>
          <a:xfrm>
            <a:off x="11000232" y="395020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10222992" y="491032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300" dirty="0"/>
          </a:p>
        </p:txBody>
      </p:sp>
      <p:sp>
        <p:nvSpPr>
          <p:cNvPr id="52" name="編號"/>
          <p:cNvSpPr/>
          <p:nvPr/>
        </p:nvSpPr>
        <p:spPr>
          <a:xfrm>
            <a:off x="11000232" y="491032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6027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2153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9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5" name="三角形"/>
          <p:cNvSpPr/>
          <p:nvPr/>
        </p:nvSpPr>
        <p:spPr>
          <a:xfrm>
            <a:off x="4038295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三角形"/>
          <p:cNvSpPr/>
          <p:nvPr/>
        </p:nvSpPr>
        <p:spPr>
          <a:xfrm>
            <a:off x="4191914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三角形"/>
          <p:cNvSpPr/>
          <p:nvPr/>
        </p:nvSpPr>
        <p:spPr>
          <a:xfrm>
            <a:off x="4345534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三角形"/>
          <p:cNvSpPr/>
          <p:nvPr/>
        </p:nvSpPr>
        <p:spPr>
          <a:xfrm>
            <a:off x="7736434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三角形"/>
          <p:cNvSpPr/>
          <p:nvPr/>
        </p:nvSpPr>
        <p:spPr>
          <a:xfrm>
            <a:off x="7890053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三角形"/>
          <p:cNvSpPr/>
          <p:nvPr/>
        </p:nvSpPr>
        <p:spPr>
          <a:xfrm>
            <a:off x="8043672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22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23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7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30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32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2471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597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8" name="三角形"/>
          <p:cNvSpPr/>
          <p:nvPr/>
        </p:nvSpPr>
        <p:spPr>
          <a:xfrm>
            <a:off x="2467600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三角形"/>
          <p:cNvSpPr/>
          <p:nvPr/>
        </p:nvSpPr>
        <p:spPr>
          <a:xfrm>
            <a:off x="2595616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三角形"/>
          <p:cNvSpPr/>
          <p:nvPr/>
        </p:nvSpPr>
        <p:spPr>
          <a:xfrm>
            <a:off x="2723632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3" name="三角形"/>
          <p:cNvSpPr/>
          <p:nvPr/>
        </p:nvSpPr>
        <p:spPr>
          <a:xfrm>
            <a:off x="4770608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三角形"/>
          <p:cNvSpPr/>
          <p:nvPr/>
        </p:nvSpPr>
        <p:spPr>
          <a:xfrm>
            <a:off x="4898624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三角形"/>
          <p:cNvSpPr/>
          <p:nvPr/>
        </p:nvSpPr>
        <p:spPr>
          <a:xfrm>
            <a:off x="5026640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C1CEC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7" name="三角形"/>
          <p:cNvSpPr/>
          <p:nvPr/>
        </p:nvSpPr>
        <p:spPr>
          <a:xfrm>
            <a:off x="7073616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三角形"/>
          <p:cNvSpPr/>
          <p:nvPr/>
        </p:nvSpPr>
        <p:spPr>
          <a:xfrm>
            <a:off x="7201632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三角形"/>
          <p:cNvSpPr/>
          <p:nvPr/>
        </p:nvSpPr>
        <p:spPr>
          <a:xfrm>
            <a:off x="7329648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22" name="三角形"/>
          <p:cNvSpPr/>
          <p:nvPr/>
        </p:nvSpPr>
        <p:spPr>
          <a:xfrm>
            <a:off x="9376623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三角形"/>
          <p:cNvSpPr/>
          <p:nvPr/>
        </p:nvSpPr>
        <p:spPr>
          <a:xfrm>
            <a:off x="9504639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三角形"/>
          <p:cNvSpPr/>
          <p:nvPr/>
        </p:nvSpPr>
        <p:spPr>
          <a:xfrm>
            <a:off x="9632655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27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9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31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33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ln w="19050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ln w="19050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9050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36" name="編號"/>
          <p:cNvSpPr/>
          <p:nvPr/>
        </p:nvSpPr>
        <p:spPr>
          <a:xfrm>
            <a:off x="548640" y="18653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923544" y="18653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00" dirty="0"/>
          </a:p>
        </p:txBody>
      </p:sp>
      <p:sp>
        <p:nvSpPr>
          <p:cNvPr id="38" name="標籤"/>
          <p:cNvSpPr/>
          <p:nvPr/>
        </p:nvSpPr>
        <p:spPr>
          <a:xfrm>
            <a:off x="1325880" y="18745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9" name="編號"/>
          <p:cNvSpPr/>
          <p:nvPr/>
        </p:nvSpPr>
        <p:spPr>
          <a:xfrm>
            <a:off x="548640" y="23225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00" dirty="0"/>
          </a:p>
        </p:txBody>
      </p:sp>
      <p:sp>
        <p:nvSpPr>
          <p:cNvPr id="40" name="編號"/>
          <p:cNvSpPr/>
          <p:nvPr/>
        </p:nvSpPr>
        <p:spPr>
          <a:xfrm>
            <a:off x="923544" y="23225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100" dirty="0"/>
          </a:p>
        </p:txBody>
      </p:sp>
      <p:sp>
        <p:nvSpPr>
          <p:cNvPr id="41" name="標籤"/>
          <p:cNvSpPr/>
          <p:nvPr/>
        </p:nvSpPr>
        <p:spPr>
          <a:xfrm>
            <a:off x="1325880" y="23317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42" name="編號"/>
          <p:cNvSpPr/>
          <p:nvPr/>
        </p:nvSpPr>
        <p:spPr>
          <a:xfrm>
            <a:off x="9669231" y="18653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10044135" y="18653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100" dirty="0"/>
          </a:p>
        </p:txBody>
      </p:sp>
      <p:sp>
        <p:nvSpPr>
          <p:cNvPr id="44" name="標籤"/>
          <p:cNvSpPr/>
          <p:nvPr/>
        </p:nvSpPr>
        <p:spPr>
          <a:xfrm>
            <a:off x="10446471" y="18745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9669231" y="23225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100" dirty="0"/>
          </a:p>
        </p:txBody>
      </p:sp>
      <p:sp>
        <p:nvSpPr>
          <p:cNvPr id="46" name="編號"/>
          <p:cNvSpPr/>
          <p:nvPr/>
        </p:nvSpPr>
        <p:spPr>
          <a:xfrm>
            <a:off x="10044135" y="23225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100" dirty="0"/>
          </a:p>
        </p:txBody>
      </p:sp>
      <p:sp>
        <p:nvSpPr>
          <p:cNvPr id="47" name="標籤"/>
          <p:cNvSpPr/>
          <p:nvPr/>
        </p:nvSpPr>
        <p:spPr>
          <a:xfrm>
            <a:off x="10446471" y="23317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8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50" name="編號"/>
          <p:cNvSpPr/>
          <p:nvPr/>
        </p:nvSpPr>
        <p:spPr>
          <a:xfrm>
            <a:off x="1144527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1519431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  <p:sp>
        <p:nvSpPr>
          <p:cNvPr id="52" name="標籤"/>
          <p:cNvSpPr/>
          <p:nvPr/>
        </p:nvSpPr>
        <p:spPr>
          <a:xfrm>
            <a:off x="1921767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53" name="編號"/>
          <p:cNvSpPr/>
          <p:nvPr/>
        </p:nvSpPr>
        <p:spPr>
          <a:xfrm>
            <a:off x="3918130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  <p:sp>
        <p:nvSpPr>
          <p:cNvPr id="54" name="編號"/>
          <p:cNvSpPr/>
          <p:nvPr/>
        </p:nvSpPr>
        <p:spPr>
          <a:xfrm>
            <a:off x="4293034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00" dirty="0"/>
          </a:p>
        </p:txBody>
      </p:sp>
      <p:sp>
        <p:nvSpPr>
          <p:cNvPr id="55" name="標籤"/>
          <p:cNvSpPr/>
          <p:nvPr/>
        </p:nvSpPr>
        <p:spPr>
          <a:xfrm>
            <a:off x="4695370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56" name="編號"/>
          <p:cNvSpPr/>
          <p:nvPr/>
        </p:nvSpPr>
        <p:spPr>
          <a:xfrm>
            <a:off x="6879186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00" dirty="0"/>
          </a:p>
        </p:txBody>
      </p:sp>
      <p:sp>
        <p:nvSpPr>
          <p:cNvPr id="57" name="標籤"/>
          <p:cNvSpPr/>
          <p:nvPr/>
        </p:nvSpPr>
        <p:spPr>
          <a:xfrm>
            <a:off x="7281522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58" name="編號"/>
          <p:cNvSpPr/>
          <p:nvPr/>
        </p:nvSpPr>
        <p:spPr>
          <a:xfrm>
            <a:off x="9465338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00" dirty="0"/>
          </a:p>
        </p:txBody>
      </p:sp>
      <p:sp>
        <p:nvSpPr>
          <p:cNvPr id="59" name="編號"/>
          <p:cNvSpPr/>
          <p:nvPr/>
        </p:nvSpPr>
        <p:spPr>
          <a:xfrm>
            <a:off x="9840242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00" dirty="0"/>
          </a:p>
        </p:txBody>
      </p:sp>
      <p:sp>
        <p:nvSpPr>
          <p:cNvPr id="60" name="標籤"/>
          <p:cNvSpPr/>
          <p:nvPr/>
        </p:nvSpPr>
        <p:spPr>
          <a:xfrm>
            <a:off x="10242578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4249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0375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C9A22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C9A22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C9A22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C9A22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C9A22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C9A22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C9A227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20000"/>
            </a:avLst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5" name="標籤"/>
          <p:cNvSpPr/>
          <p:nvPr/>
        </p:nvSpPr>
        <p:spPr>
          <a:xfrm>
            <a:off x="6000496" y="361188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6" name="標籤"/>
          <p:cNvSpPr/>
          <p:nvPr/>
        </p:nvSpPr>
        <p:spPr>
          <a:xfrm>
            <a:off x="4937760" y="427024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7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9" name="標籤"/>
          <p:cNvSpPr/>
          <p:nvPr/>
        </p:nvSpPr>
        <p:spPr>
          <a:xfrm>
            <a:off x="6000496" y="493776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40" name="標籤"/>
          <p:cNvSpPr/>
          <p:nvPr/>
        </p:nvSpPr>
        <p:spPr>
          <a:xfrm>
            <a:off x="4937760" y="559612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1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2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2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7141464" y="252374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7872984" y="252374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400" dirty="0"/>
          </a:p>
        </p:txBody>
      </p:sp>
      <p:sp>
        <p:nvSpPr>
          <p:cNvPr id="46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7141464" y="384962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7872984" y="384962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400" dirty="0"/>
          </a:p>
        </p:txBody>
      </p:sp>
      <p:sp>
        <p:nvSpPr>
          <p:cNvPr id="49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7141464" y="517550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7872984" y="517550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6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58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1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3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6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68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墨綠筆記</dc:title>
  <dc:subject>PptxGenJS Presentation</dc:subject>
  <dc:creator>PPT Style Studio</dc:creator>
  <cp:lastModifiedBy>PPT Style Studio</cp:lastModifiedBy>
  <cp:revision>1</cp:revision>
  <dcterms:created xsi:type="dcterms:W3CDTF">2026-10-09T02:18:01Z</dcterms:created>
  <dcterms:modified xsi:type="dcterms:W3CDTF">2026-10-09T02:18:01Z</dcterms:modified>
</cp:coreProperties>
</file>