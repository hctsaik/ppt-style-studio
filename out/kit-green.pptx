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53807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9933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6504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7" name="流程方塊"/>
          <p:cNvSpPr/>
          <p:nvPr/>
        </p:nvSpPr>
        <p:spPr>
          <a:xfrm>
            <a:off x="1998160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1874520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3397584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3273944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4797008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2EBE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4673368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6196432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6072792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7595855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2F5D5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7472216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8995279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2F5D50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8871639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9" name="流程方塊"/>
          <p:cNvSpPr/>
          <p:nvPr/>
        </p:nvSpPr>
        <p:spPr>
          <a:xfrm>
            <a:off x="10394703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20" name="圖說"/>
          <p:cNvSpPr/>
          <p:nvPr/>
        </p:nvSpPr>
        <p:spPr>
          <a:xfrm>
            <a:off x="10271063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1" name="線條"/>
          <p:cNvSpPr/>
          <p:nvPr/>
        </p:nvSpPr>
        <p:spPr>
          <a:xfrm>
            <a:off x="548640" y="217170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3362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3" name="判斷菱形"/>
          <p:cNvSpPr/>
          <p:nvPr/>
        </p:nvSpPr>
        <p:spPr>
          <a:xfrm>
            <a:off x="2066740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1874520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3466164" y="222199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3273944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4865588" y="2221992"/>
            <a:ext cx="960120" cy="475488"/>
          </a:xfrm>
          <a:prstGeom prst="diamond">
            <a:avLst/>
          </a:prstGeom>
          <a:solidFill>
            <a:srgbClr val="E2EB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4673368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6265012" y="222199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2F5D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6072792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7664435" y="2221992"/>
            <a:ext cx="960120" cy="475488"/>
          </a:xfrm>
          <a:prstGeom prst="diamond">
            <a:avLst/>
          </a:prstGeom>
          <a:solidFill>
            <a:srgbClr val="2F5D50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7472216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3" name="判斷菱形"/>
          <p:cNvSpPr/>
          <p:nvPr/>
        </p:nvSpPr>
        <p:spPr>
          <a:xfrm>
            <a:off x="9063859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4" name="圖說"/>
          <p:cNvSpPr/>
          <p:nvPr/>
        </p:nvSpPr>
        <p:spPr>
          <a:xfrm>
            <a:off x="8871639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221992"/>
            <a:ext cx="1115568" cy="475488"/>
            <a:chOff x="10330695" y="222199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22199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459736"/>
              <a:ext cx="548640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276856"/>
              <a:ext cx="2743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9" name="線條"/>
          <p:cNvSpPr/>
          <p:nvPr/>
        </p:nvSpPr>
        <p:spPr>
          <a:xfrm>
            <a:off x="548640" y="290322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0380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1" name="開始／結束"/>
          <p:cNvSpPr/>
          <p:nvPr/>
        </p:nvSpPr>
        <p:spPr>
          <a:xfrm>
            <a:off x="1998160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F5D5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1874520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3397584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3273944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4797008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4673368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6196432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6072792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7595855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7472216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1" name="開始／結束"/>
          <p:cNvSpPr/>
          <p:nvPr/>
        </p:nvSpPr>
        <p:spPr>
          <a:xfrm>
            <a:off x="8995279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2" name="圖說"/>
          <p:cNvSpPr/>
          <p:nvPr/>
        </p:nvSpPr>
        <p:spPr>
          <a:xfrm>
            <a:off x="8871639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3" name="線條"/>
          <p:cNvSpPr/>
          <p:nvPr/>
        </p:nvSpPr>
        <p:spPr>
          <a:xfrm>
            <a:off x="548640" y="35067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61645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2016448" y="3739896"/>
            <a:ext cx="1060704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1874520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7" name="線條"/>
          <p:cNvSpPr/>
          <p:nvPr/>
        </p:nvSpPr>
        <p:spPr>
          <a:xfrm>
            <a:off x="3415872" y="3739896"/>
            <a:ext cx="1060704" cy="0"/>
          </a:xfrm>
          <a:prstGeom prst="line">
            <a:avLst/>
          </a:prstGeom>
          <a:noFill/>
          <a:ln w="34290">
            <a:solidFill>
              <a:srgbClr val="2F5D50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9" name="連接線"/>
          <p:cNvSpPr/>
          <p:nvPr/>
        </p:nvSpPr>
        <p:spPr>
          <a:xfrm>
            <a:off x="4815296" y="360273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6214720" y="3739896"/>
            <a:ext cx="1060704" cy="0"/>
          </a:xfrm>
          <a:prstGeom prst="line">
            <a:avLst/>
          </a:prstGeom>
          <a:noFill/>
          <a:ln w="1905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3" name="線條"/>
          <p:cNvSpPr/>
          <p:nvPr/>
        </p:nvSpPr>
        <p:spPr>
          <a:xfrm>
            <a:off x="7614143" y="3739896"/>
            <a:ext cx="1060704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7472216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611880"/>
            <a:ext cx="640080" cy="256032"/>
            <a:chOff x="9214735" y="3611880"/>
            <a:chExt cx="640080" cy="256032"/>
          </a:xfrm>
        </p:grpSpPr>
        <p:sp>
          <p:nvSpPr>
            <p:cNvPr id="65" name="三角分隔"/>
            <p:cNvSpPr/>
            <p:nvPr/>
          </p:nvSpPr>
          <p:spPr>
            <a:xfrm>
              <a:off x="9214735" y="363931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9708511" y="361188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8871639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8" name="區塊箭頭"/>
          <p:cNvSpPr/>
          <p:nvPr/>
        </p:nvSpPr>
        <p:spPr>
          <a:xfrm>
            <a:off x="10440423" y="355701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2F5D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70" name="線條"/>
          <p:cNvSpPr/>
          <p:nvPr/>
        </p:nvSpPr>
        <p:spPr>
          <a:xfrm>
            <a:off x="548640" y="412851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2565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2" name="警示方塊"/>
          <p:cNvSpPr/>
          <p:nvPr/>
        </p:nvSpPr>
        <p:spPr>
          <a:xfrm>
            <a:off x="1998160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1874520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3397584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3273944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6" name="警示方塊"/>
          <p:cNvSpPr/>
          <p:nvPr/>
        </p:nvSpPr>
        <p:spPr>
          <a:xfrm>
            <a:off x="4797008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7" name="圖說"/>
          <p:cNvSpPr/>
          <p:nvPr/>
        </p:nvSpPr>
        <p:spPr>
          <a:xfrm>
            <a:off x="4673368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174785"/>
            <a:ext cx="476044" cy="410383"/>
            <a:chOff x="6507050" y="4174785"/>
            <a:chExt cx="476044" cy="410383"/>
          </a:xfrm>
        </p:grpSpPr>
        <p:sp>
          <p:nvSpPr>
            <p:cNvPr id="78" name="警告三角"/>
            <p:cNvSpPr/>
            <p:nvPr/>
          </p:nvSpPr>
          <p:spPr>
            <a:xfrm>
              <a:off x="6507050" y="417478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6507050" y="4297899"/>
              <a:ext cx="476044" cy="2790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6072792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1" name="錯誤標記"/>
          <p:cNvSpPr/>
          <p:nvPr/>
        </p:nvSpPr>
        <p:spPr>
          <a:xfrm>
            <a:off x="7979538" y="4215018"/>
            <a:ext cx="329916" cy="329916"/>
          </a:xfrm>
          <a:prstGeom prst="ellipse">
            <a:avLst/>
          </a:prstGeom>
          <a:solidFill>
            <a:srgbClr val="C050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2" name="圖說"/>
          <p:cNvSpPr/>
          <p:nvPr/>
        </p:nvSpPr>
        <p:spPr>
          <a:xfrm>
            <a:off x="7472216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119372"/>
            <a:ext cx="1156716" cy="461772"/>
            <a:chOff x="8995279" y="4119372"/>
            <a:chExt cx="1156716" cy="461772"/>
          </a:xfrm>
        </p:grpSpPr>
        <p:sp>
          <p:nvSpPr>
            <p:cNvPr id="83" name="流程方塊"/>
            <p:cNvSpPr/>
            <p:nvPr/>
          </p:nvSpPr>
          <p:spPr>
            <a:xfrm>
              <a:off x="8995279" y="417880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9996547" y="411937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8871639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6" name="連接線"/>
          <p:cNvSpPr/>
          <p:nvPr/>
        </p:nvSpPr>
        <p:spPr>
          <a:xfrm>
            <a:off x="10412991" y="423367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8" name="線條"/>
          <p:cNvSpPr/>
          <p:nvPr/>
        </p:nvSpPr>
        <p:spPr>
          <a:xfrm>
            <a:off x="548640" y="47868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499719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90" name="大圓"/>
          <p:cNvSpPr/>
          <p:nvPr/>
        </p:nvSpPr>
        <p:spPr>
          <a:xfrm>
            <a:off x="2263336" y="4837176"/>
            <a:ext cx="566928" cy="56692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782312"/>
            <a:ext cx="676656" cy="676656"/>
            <a:chOff x="3607896" y="4782312"/>
            <a:chExt cx="676656" cy="676656"/>
          </a:xfrm>
        </p:grpSpPr>
        <p:sp>
          <p:nvSpPr>
            <p:cNvPr id="92" name="外圈細環"/>
            <p:cNvSpPr/>
            <p:nvPr/>
          </p:nvSpPr>
          <p:spPr>
            <a:xfrm>
              <a:off x="3607896" y="4782312"/>
              <a:ext cx="676656" cy="676656"/>
            </a:xfrm>
            <a:prstGeom prst="ellipse">
              <a:avLst/>
            </a:prstGeom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3662760" y="4837176"/>
              <a:ext cx="566928" cy="566928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3273944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5" name="外框圓"/>
          <p:cNvSpPr/>
          <p:nvPr/>
        </p:nvSpPr>
        <p:spPr>
          <a:xfrm>
            <a:off x="5062184" y="483717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4965192"/>
            <a:ext cx="1078992" cy="310896"/>
            <a:chOff x="6205576" y="4965192"/>
            <a:chExt cx="1078992" cy="310896"/>
          </a:xfrm>
        </p:grpSpPr>
        <p:sp>
          <p:nvSpPr>
            <p:cNvPr id="97" name="編號"/>
            <p:cNvSpPr/>
            <p:nvPr/>
          </p:nvSpPr>
          <p:spPr>
            <a:xfrm>
              <a:off x="6205576" y="4965192"/>
              <a:ext cx="310896" cy="310896"/>
            </a:xfrm>
            <a:prstGeom prst="roundRect">
              <a:avLst>
                <a:gd name="adj" fmla="val 17647"/>
              </a:avLst>
            </a:prstGeom>
            <a:solidFill>
              <a:srgbClr val="2F5D5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6589624" y="4965192"/>
              <a:ext cx="310896" cy="310896"/>
            </a:xfrm>
            <a:prstGeom prst="roundRect">
              <a:avLst>
                <a:gd name="adj" fmla="val 17647"/>
              </a:avLst>
            </a:prstGeom>
            <a:solidFill>
              <a:srgbClr val="2F5D5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973672" y="4965192"/>
              <a:ext cx="310896" cy="310896"/>
            </a:xfrm>
            <a:prstGeom prst="roundRect">
              <a:avLst>
                <a:gd name="adj" fmla="val 17647"/>
              </a:avLst>
            </a:prstGeom>
            <a:solidFill>
              <a:srgbClr val="C9A227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6072792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1" name="標籤"/>
          <p:cNvSpPr/>
          <p:nvPr/>
        </p:nvSpPr>
        <p:spPr>
          <a:xfrm>
            <a:off x="7742200" y="4974336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2" name="圖說"/>
          <p:cNvSpPr/>
          <p:nvPr/>
        </p:nvSpPr>
        <p:spPr>
          <a:xfrm>
            <a:off x="7472216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4983480"/>
            <a:ext cx="1107440" cy="274320"/>
            <a:chOff x="8990199" y="4983480"/>
            <a:chExt cx="1107440" cy="274320"/>
          </a:xfrm>
        </p:grpSpPr>
        <p:sp>
          <p:nvSpPr>
            <p:cNvPr id="103" name="標籤"/>
            <p:cNvSpPr/>
            <p:nvPr/>
          </p:nvSpPr>
          <p:spPr>
            <a:xfrm>
              <a:off x="8990199" y="4983480"/>
              <a:ext cx="517144" cy="274320"/>
            </a:xfrm>
            <a:prstGeom prst="roundRect">
              <a:avLst>
                <a:gd name="adj" fmla="val 16667"/>
              </a:avLst>
            </a:prstGeom>
            <a:solidFill>
              <a:srgbClr val="C9A227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9580495" y="4983480"/>
              <a:ext cx="517144" cy="274320"/>
            </a:xfrm>
            <a:prstGeom prst="roundRect">
              <a:avLst>
                <a:gd name="adj" fmla="val 16667"/>
              </a:avLst>
            </a:prstGeom>
            <a:solidFill>
              <a:srgbClr val="DFDFDF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8871639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052060"/>
            <a:ext cx="685800" cy="137160"/>
            <a:chOff x="10600443" y="5052060"/>
            <a:chExt cx="685800" cy="137160"/>
          </a:xfrm>
        </p:grpSpPr>
        <p:sp>
          <p:nvSpPr>
            <p:cNvPr id="106" name="圓點"/>
            <p:cNvSpPr/>
            <p:nvPr/>
          </p:nvSpPr>
          <p:spPr>
            <a:xfrm>
              <a:off x="10600443" y="5052060"/>
              <a:ext cx="137160" cy="137160"/>
            </a:xfrm>
            <a:prstGeom prst="ellipse">
              <a:avLst/>
            </a:pr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10874763" y="5052060"/>
              <a:ext cx="137160" cy="137160"/>
            </a:xfrm>
            <a:prstGeom prst="ellipse">
              <a:avLst/>
            </a:prstGeom>
            <a:solidFill>
              <a:srgbClr val="C9A22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1149083" y="5052060"/>
              <a:ext cx="137160" cy="137160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10271063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0" name="線條"/>
          <p:cNvSpPr/>
          <p:nvPr/>
        </p:nvSpPr>
        <p:spPr>
          <a:xfrm>
            <a:off x="548640" y="560984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548640" y="574700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632704"/>
            <a:ext cx="1097280" cy="448056"/>
            <a:chOff x="1998160" y="5632704"/>
            <a:chExt cx="1097280" cy="448056"/>
          </a:xfrm>
        </p:grpSpPr>
        <p:sp>
          <p:nvSpPr>
            <p:cNvPr id="112" name="群組框"/>
            <p:cNvSpPr/>
            <p:nvPr/>
          </p:nvSpPr>
          <p:spPr>
            <a:xfrm>
              <a:off x="1998160" y="5715000"/>
              <a:ext cx="1097280" cy="365760"/>
            </a:xfrm>
            <a:prstGeom prst="roundRect">
              <a:avLst>
                <a:gd name="adj" fmla="val 25000"/>
              </a:avLst>
            </a:prstGeom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2089600" y="5632704"/>
              <a:ext cx="566928" cy="164592"/>
            </a:xfrm>
            <a:prstGeom prst="rect">
              <a:avLst/>
            </a:prstGeom>
            <a:solidFill>
              <a:srgbClr val="F4F4F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1874520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5" name="淺灰面板"/>
          <p:cNvSpPr/>
          <p:nvPr/>
        </p:nvSpPr>
        <p:spPr>
          <a:xfrm>
            <a:off x="3397584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E6E6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3273944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7" name="卡片"/>
          <p:cNvSpPr/>
          <p:nvPr/>
        </p:nvSpPr>
        <p:spPr>
          <a:xfrm>
            <a:off x="4797008" y="5660136"/>
            <a:ext cx="10972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4673368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9" name="卡片"/>
          <p:cNvSpPr/>
          <p:nvPr/>
        </p:nvSpPr>
        <p:spPr>
          <a:xfrm>
            <a:off x="6196432" y="5660136"/>
            <a:ext cx="10972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6072792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660136"/>
            <a:ext cx="1097280" cy="420624"/>
            <a:chOff x="7595855" y="566013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7595855" y="566013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7595855" y="566013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7472216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660136"/>
            <a:ext cx="1097280" cy="420624"/>
            <a:chOff x="8995279" y="566013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8995279" y="566013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8995279" y="5660136"/>
              <a:ext cx="54864" cy="420624"/>
            </a:xfrm>
            <a:prstGeom prst="rect">
              <a:avLst/>
            </a:prstGeom>
            <a:solidFill>
              <a:srgbClr val="C9A22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8871639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660136"/>
            <a:ext cx="731520" cy="420624"/>
            <a:chOff x="10577583" y="5660136"/>
            <a:chExt cx="731520" cy="420624"/>
          </a:xfrm>
        </p:grpSpPr>
        <p:sp>
          <p:nvSpPr>
            <p:cNvPr id="127" name="寬欄條"/>
            <p:cNvSpPr/>
            <p:nvPr/>
          </p:nvSpPr>
          <p:spPr>
            <a:xfrm>
              <a:off x="10577583" y="5660136"/>
              <a:ext cx="310896" cy="420624"/>
            </a:xfrm>
            <a:prstGeom prst="roundRect">
              <a:avLst>
                <a:gd name="adj" fmla="val 35294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10998207" y="5660136"/>
              <a:ext cx="310896" cy="420624"/>
            </a:xfrm>
            <a:prstGeom prst="roundRect">
              <a:avLst>
                <a:gd name="adj" fmla="val 35294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0271063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0" name="線條"/>
          <p:cNvSpPr/>
          <p:nvPr/>
        </p:nvSpPr>
        <p:spPr>
          <a:xfrm>
            <a:off x="1737360" y="1700784"/>
            <a:ext cx="0" cy="453542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57363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489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9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768096" y="2276856"/>
              <a:ext cx="237744" cy="237744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1741132" y="2276856"/>
              <a:ext cx="237744" cy="237744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2714168" y="2276856"/>
              <a:ext cx="237744" cy="237744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90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17" name="Text 15"/>
          <p:cNvSpPr/>
          <p:nvPr/>
        </p:nvSpPr>
        <p:spPr>
          <a:xfrm>
            <a:off x="3372536" y="1815084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9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0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3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5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8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6196432" y="1815084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31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2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9050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9020327" y="1815084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2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5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9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548640" y="411937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3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62" name="Text 60"/>
          <p:cNvSpPr/>
          <p:nvPr/>
        </p:nvSpPr>
        <p:spPr>
          <a:xfrm>
            <a:off x="3372536" y="411937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4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5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3884600" y="5175504"/>
              <a:ext cx="182880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4131488" y="4754880"/>
              <a:ext cx="192024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4131488" y="5596128"/>
              <a:ext cx="192024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5000168" y="4754880"/>
              <a:ext cx="25832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5000168" y="5596128"/>
              <a:ext cx="25832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5090008" y="5175504"/>
              <a:ext cx="338328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77" name="Text 75"/>
          <p:cNvSpPr/>
          <p:nvPr/>
        </p:nvSpPr>
        <p:spPr>
          <a:xfrm>
            <a:off x="6196432" y="411937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9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0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88" name="Text 86"/>
          <p:cNvSpPr/>
          <p:nvPr/>
        </p:nvSpPr>
        <p:spPr>
          <a:xfrm>
            <a:off x="9020327" y="411937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90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1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4" name="三角形"/>
            <p:cNvSpPr/>
            <p:nvPr/>
          </p:nvSpPr>
          <p:spPr>
            <a:xfrm>
              <a:off x="10157955" y="5125212"/>
              <a:ext cx="91440" cy="118872"/>
            </a:xfrm>
            <a:custGeom>
              <a:avLst/>
              <a:gdLst/>
              <a:ahLst/>
              <a:cxnLst/>
              <a:rect l="l" t="t" r="r" b="b"/>
              <a:pathLst>
                <a:path w="91440" h="118872">
                  <a:moveTo>
                    <a:pt x="0" y="0"/>
                  </a:moveTo>
                  <a:lnTo>
                    <a:pt x="91440" y="59436"/>
                  </a:lnTo>
                  <a:lnTo>
                    <a:pt x="0" y="118872"/>
                  </a:lnTo>
                  <a:close/>
                </a:path>
              </a:pathLst>
            </a:custGeom>
            <a:solidFill>
              <a:srgbClr val="C9A22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三角形"/>
            <p:cNvSpPr/>
            <p:nvPr/>
          </p:nvSpPr>
          <p:spPr>
            <a:xfrm>
              <a:off x="10285971" y="5125212"/>
              <a:ext cx="91440" cy="118872"/>
            </a:xfrm>
            <a:custGeom>
              <a:avLst/>
              <a:gdLst/>
              <a:ahLst/>
              <a:cxnLst/>
              <a:rect l="l" t="t" r="r" b="b"/>
              <a:pathLst>
                <a:path w="91440" h="118872">
                  <a:moveTo>
                    <a:pt x="0" y="0"/>
                  </a:moveTo>
                  <a:lnTo>
                    <a:pt x="91440" y="59436"/>
                  </a:lnTo>
                  <a:lnTo>
                    <a:pt x="0" y="118872"/>
                  </a:lnTo>
                  <a:close/>
                </a:path>
              </a:pathLst>
            </a:custGeom>
            <a:solidFill>
              <a:srgbClr val="C9A22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三角形"/>
            <p:cNvSpPr/>
            <p:nvPr/>
          </p:nvSpPr>
          <p:spPr>
            <a:xfrm>
              <a:off x="10413987" y="5125212"/>
              <a:ext cx="91440" cy="118872"/>
            </a:xfrm>
            <a:custGeom>
              <a:avLst/>
              <a:gdLst/>
              <a:ahLst/>
              <a:cxnLst/>
              <a:rect l="l" t="t" r="r" b="b"/>
              <a:pathLst>
                <a:path w="91440" h="118872">
                  <a:moveTo>
                    <a:pt x="0" y="0"/>
                  </a:moveTo>
                  <a:lnTo>
                    <a:pt x="91440" y="59436"/>
                  </a:lnTo>
                  <a:lnTo>
                    <a:pt x="0" y="118872"/>
                  </a:lnTo>
                  <a:close/>
                </a:path>
              </a:pathLst>
            </a:custGeom>
            <a:solidFill>
              <a:srgbClr val="C9A22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22225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8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9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100" name="Text 98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7020052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632700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49808" y="1737360"/>
            <a:ext cx="328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1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2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3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4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5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6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7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18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9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0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1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2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3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4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5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6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7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800" dirty="0"/>
          </a:p>
        </p:txBody>
      </p:sp>
      <p:sp>
        <p:nvSpPr>
          <p:cNvPr id="28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9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800" dirty="0"/>
          </a:p>
        </p:txBody>
      </p:sp>
      <p:sp>
        <p:nvSpPr>
          <p:cNvPr id="30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31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800" dirty="0"/>
          </a:p>
        </p:txBody>
      </p:sp>
      <p:sp>
        <p:nvSpPr>
          <p:cNvPr id="32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33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4350410" y="1815084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4551578" y="1737360"/>
            <a:ext cx="328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400" dirty="0"/>
          </a:p>
        </p:txBody>
      </p:sp>
      <p:sp>
        <p:nvSpPr>
          <p:cNvPr id="36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8152181" y="1815084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8353349" y="1737360"/>
            <a:ext cx="328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2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85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E6E6E6"/>
            </a:solidFill>
            <a:ln/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85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2F5D50"/>
            </a:solidFill>
            <a:ln/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C1CEC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85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47" name="Text 43"/>
          <p:cNvSpPr/>
          <p:nvPr/>
        </p:nvSpPr>
        <p:spPr>
          <a:xfrm>
            <a:off x="548640" y="4101084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749808" y="4023360"/>
            <a:ext cx="328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50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4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9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95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95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22225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109728"/>
                  </a:lnTo>
                  <a:arcTo hR="109728" wR="109728" stAng="10800000" swAng="5400000"/>
                  <a:lnTo>
                    <a:pt x="980745" y="0"/>
                  </a:lnTo>
                  <a:arcTo hR="109728" wR="109728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C1CEC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4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9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95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95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2073605" y="6016752"/>
              <a:ext cx="440944" cy="201168"/>
            </a:xfrm>
            <a:prstGeom prst="roundRect">
              <a:avLst>
                <a:gd name="adj" fmla="val 22727"/>
              </a:avLst>
            </a:prstGeom>
            <a:solidFill>
              <a:srgbClr val="C9A227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800" dirty="0"/>
            </a:p>
          </p:txBody>
        </p:sp>
        <p:sp>
          <p:nvSpPr>
            <p:cNvPr id="69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40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95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950" dirty="0"/>
            </a:p>
          </p:txBody>
        </p:sp>
        <p:sp>
          <p:nvSpPr>
            <p:cNvPr id="76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77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950" dirty="0"/>
            </a:p>
          </p:txBody>
        </p:sp>
      </p:grpSp>
      <p:sp>
        <p:nvSpPr>
          <p:cNvPr id="78" name="Text 74"/>
          <p:cNvSpPr/>
          <p:nvPr/>
        </p:nvSpPr>
        <p:spPr>
          <a:xfrm>
            <a:off x="4350410" y="4101084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組合名稱"/>
          <p:cNvSpPr/>
          <p:nvPr/>
        </p:nvSpPr>
        <p:spPr>
          <a:xfrm>
            <a:off x="4551578" y="4023360"/>
            <a:ext cx="328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400" dirty="0"/>
          </a:p>
        </p:txBody>
      </p:sp>
      <p:sp>
        <p:nvSpPr>
          <p:cNvPr id="80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1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8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85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40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91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850" dirty="0"/>
            </a:p>
          </p:txBody>
        </p:sp>
        <p:sp>
          <p:nvSpPr>
            <p:cNvPr id="94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400" dirty="0"/>
            </a:p>
          </p:txBody>
        </p:sp>
        <p:sp>
          <p:nvSpPr>
            <p:cNvPr id="95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</p:grpSp>
      <p:sp>
        <p:nvSpPr>
          <p:cNvPr id="96" name="Text 92"/>
          <p:cNvSpPr/>
          <p:nvPr/>
        </p:nvSpPr>
        <p:spPr>
          <a:xfrm>
            <a:off x="8152181" y="4101084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組合名稱"/>
          <p:cNvSpPr/>
          <p:nvPr/>
        </p:nvSpPr>
        <p:spPr>
          <a:xfrm>
            <a:off x="8353349" y="4023360"/>
            <a:ext cx="328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400" dirty="0"/>
          </a:p>
        </p:txBody>
      </p:sp>
      <p:sp>
        <p:nvSpPr>
          <p:cNvPr id="98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9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850" dirty="0"/>
            </a:p>
          </p:txBody>
        </p:sp>
        <p:sp>
          <p:nvSpPr>
            <p:cNvPr id="100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850" dirty="0"/>
            </a:p>
          </p:txBody>
        </p:sp>
        <p:sp>
          <p:nvSpPr>
            <p:cNvPr id="101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850" dirty="0"/>
            </a:p>
          </p:txBody>
        </p:sp>
        <p:sp>
          <p:nvSpPr>
            <p:cNvPr id="102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850" dirty="0"/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905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800" dirty="0"/>
            </a:p>
          </p:txBody>
        </p:sp>
      </p:grpSp>
      <p:sp>
        <p:nvSpPr>
          <p:cNvPr id="108" name="Text 10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9" name="Text 10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50251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色彩、字級與元件語言一覽：暖灰畫布、粗灰外框扁平卡片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377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F5D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#2F5D50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448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#24483E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2EBE7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#E2EBE7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#C9A227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" y="3643884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40pt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F5D5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2.25pt</a:t>
            </a:r>
            <a:endParaRPr lang="en-US" sz="1000" dirty="0"/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109728"/>
                </a:lnTo>
                <a:arcTo hR="109728" wR="109728" stAng="10800000" swAng="5400000"/>
                <a:lnTo>
                  <a:pt x="1078992" y="0"/>
                </a:lnTo>
                <a:arcTo hR="109728" wR="109728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2F5D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小圓角方籤</a:t>
            </a:r>
            <a:endParaRPr lang="en-US" sz="1000" dirty="0"/>
          </a:p>
        </p:txBody>
      </p:sp>
      <p:sp>
        <p:nvSpPr>
          <p:cNvPr id="52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3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C9A22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4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5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圓角方塊</a:t>
            </a:r>
            <a:endParaRPr lang="en-US" sz="1000" dirty="0"/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編號"/>
          <p:cNvSpPr/>
          <p:nvPr/>
        </p:nvSpPr>
        <p:spPr>
          <a:xfrm>
            <a:off x="7690104" y="3721608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編號"/>
          <p:cNvSpPr/>
          <p:nvPr/>
        </p:nvSpPr>
        <p:spPr>
          <a:xfrm>
            <a:off x="8257032" y="3721608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2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6" name="三角形"/>
          <p:cNvSpPr/>
          <p:nvPr/>
        </p:nvSpPr>
        <p:spPr>
          <a:xfrm>
            <a:off x="7735824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三角形"/>
          <p:cNvSpPr/>
          <p:nvPr/>
        </p:nvSpPr>
        <p:spPr>
          <a:xfrm>
            <a:off x="7863840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三角形"/>
          <p:cNvSpPr/>
          <p:nvPr/>
        </p:nvSpPr>
        <p:spPr>
          <a:xfrm>
            <a:off x="7991856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70" name="三角形"/>
          <p:cNvSpPr/>
          <p:nvPr/>
        </p:nvSpPr>
        <p:spPr>
          <a:xfrm>
            <a:off x="8833104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三角形"/>
          <p:cNvSpPr/>
          <p:nvPr/>
        </p:nvSpPr>
        <p:spPr>
          <a:xfrm>
            <a:off x="8961120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三角形"/>
          <p:cNvSpPr/>
          <p:nvPr/>
        </p:nvSpPr>
        <p:spPr>
          <a:xfrm>
            <a:off x="9089136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4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1.5pt 實線＋三角箭頭</a:t>
            </a:r>
            <a:endParaRPr lang="en-US" sz="1000" dirty="0"/>
          </a:p>
        </p:txBody>
      </p:sp>
      <p:sp>
        <p:nvSpPr>
          <p:cNvPr id="77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78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81" name="Text 79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六角形鏈</a:t>
            </a:r>
            <a:endParaRPr lang="en-US" sz="1000" dirty="0"/>
          </a:p>
        </p:txBody>
      </p:sp>
      <p:sp>
        <p:nvSpPr>
          <p:cNvPr id="82" name="流程鏈"/>
          <p:cNvSpPr/>
          <p:nvPr/>
        </p:nvSpPr>
        <p:spPr>
          <a:xfrm>
            <a:off x="7086600" y="5650992"/>
            <a:ext cx="579120" cy="402336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83" name="三角形"/>
          <p:cNvSpPr/>
          <p:nvPr/>
        </p:nvSpPr>
        <p:spPr>
          <a:xfrm>
            <a:off x="7743444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三角形"/>
          <p:cNvSpPr/>
          <p:nvPr/>
        </p:nvSpPr>
        <p:spPr>
          <a:xfrm>
            <a:off x="7871460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三角形"/>
          <p:cNvSpPr/>
          <p:nvPr/>
        </p:nvSpPr>
        <p:spPr>
          <a:xfrm>
            <a:off x="7999476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流程鏈"/>
          <p:cNvSpPr/>
          <p:nvPr/>
        </p:nvSpPr>
        <p:spPr>
          <a:xfrm>
            <a:off x="8168640" y="5650992"/>
            <a:ext cx="579120" cy="402336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7" name="三角形"/>
          <p:cNvSpPr/>
          <p:nvPr/>
        </p:nvSpPr>
        <p:spPr>
          <a:xfrm>
            <a:off x="8825484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三角形"/>
          <p:cNvSpPr/>
          <p:nvPr/>
        </p:nvSpPr>
        <p:spPr>
          <a:xfrm>
            <a:off x="8953500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三角形"/>
          <p:cNvSpPr/>
          <p:nvPr/>
        </p:nvSpPr>
        <p:spPr>
          <a:xfrm>
            <a:off x="9081516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流程鏈"/>
          <p:cNvSpPr/>
          <p:nvPr/>
        </p:nvSpPr>
        <p:spPr>
          <a:xfrm>
            <a:off x="9250680" y="5650992"/>
            <a:ext cx="579120" cy="402336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2" name="Text 9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41361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7487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2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4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5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109728"/>
                </a:lnTo>
                <a:arcTo hR="109728" wR="109728" stAng="10800000" swAng="5400000"/>
                <a:lnTo>
                  <a:pt x="3300984" y="0"/>
                </a:lnTo>
                <a:arcTo hR="109728" wR="109728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2F5D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466801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C9A22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0" y="466801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7805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3931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C9A22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2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4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6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15925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363060" y="315925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4966564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5533492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編號"/>
          <p:cNvSpPr/>
          <p:nvPr/>
        </p:nvSpPr>
        <p:spPr>
          <a:xfrm>
            <a:off x="6100420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9A2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編號"/>
          <p:cNvSpPr/>
          <p:nvPr/>
        </p:nvSpPr>
        <p:spPr>
          <a:xfrm>
            <a:off x="4427068" y="451713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4427068" y="508406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4427068" y="56509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77479" y="315925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6027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2153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442618" cy="658368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9" name="三角形"/>
          <p:cNvSpPr/>
          <p:nvPr/>
        </p:nvSpPr>
        <p:spPr>
          <a:xfrm>
            <a:off x="7829702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三角形"/>
          <p:cNvSpPr/>
          <p:nvPr/>
        </p:nvSpPr>
        <p:spPr>
          <a:xfrm>
            <a:off x="7957718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三角形"/>
          <p:cNvSpPr/>
          <p:nvPr/>
        </p:nvSpPr>
        <p:spPr>
          <a:xfrm>
            <a:off x="8085734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流程鏈"/>
          <p:cNvSpPr/>
          <p:nvPr/>
        </p:nvSpPr>
        <p:spPr>
          <a:xfrm>
            <a:off x="8254898" y="2395728"/>
            <a:ext cx="1442618" cy="658368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3" name="三角形"/>
          <p:cNvSpPr/>
          <p:nvPr/>
        </p:nvSpPr>
        <p:spPr>
          <a:xfrm>
            <a:off x="9775241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三角形"/>
          <p:cNvSpPr/>
          <p:nvPr/>
        </p:nvSpPr>
        <p:spPr>
          <a:xfrm>
            <a:off x="9903257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三角形"/>
          <p:cNvSpPr/>
          <p:nvPr/>
        </p:nvSpPr>
        <p:spPr>
          <a:xfrm>
            <a:off x="10031273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流程鏈"/>
          <p:cNvSpPr/>
          <p:nvPr/>
        </p:nvSpPr>
        <p:spPr>
          <a:xfrm>
            <a:off x="10200437" y="2395728"/>
            <a:ext cx="1442618" cy="658368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7" name="流程鏈"/>
          <p:cNvSpPr/>
          <p:nvPr/>
        </p:nvSpPr>
        <p:spPr>
          <a:xfrm>
            <a:off x="6309360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8" name="三角形"/>
          <p:cNvSpPr/>
          <p:nvPr/>
        </p:nvSpPr>
        <p:spPr>
          <a:xfrm>
            <a:off x="7084680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三角形"/>
          <p:cNvSpPr/>
          <p:nvPr/>
        </p:nvSpPr>
        <p:spPr>
          <a:xfrm>
            <a:off x="7212696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三角形"/>
          <p:cNvSpPr/>
          <p:nvPr/>
        </p:nvSpPr>
        <p:spPr>
          <a:xfrm>
            <a:off x="7340712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流程鏈"/>
          <p:cNvSpPr/>
          <p:nvPr/>
        </p:nvSpPr>
        <p:spPr>
          <a:xfrm>
            <a:off x="7454555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32" name="三角形"/>
          <p:cNvSpPr/>
          <p:nvPr/>
        </p:nvSpPr>
        <p:spPr>
          <a:xfrm>
            <a:off x="8229874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三角形"/>
          <p:cNvSpPr/>
          <p:nvPr/>
        </p:nvSpPr>
        <p:spPr>
          <a:xfrm>
            <a:off x="8357890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三角形"/>
          <p:cNvSpPr/>
          <p:nvPr/>
        </p:nvSpPr>
        <p:spPr>
          <a:xfrm>
            <a:off x="8485906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流程鏈"/>
          <p:cNvSpPr/>
          <p:nvPr/>
        </p:nvSpPr>
        <p:spPr>
          <a:xfrm>
            <a:off x="8599749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36" name="三角形"/>
          <p:cNvSpPr/>
          <p:nvPr/>
        </p:nvSpPr>
        <p:spPr>
          <a:xfrm>
            <a:off x="9375069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三角形"/>
          <p:cNvSpPr/>
          <p:nvPr/>
        </p:nvSpPr>
        <p:spPr>
          <a:xfrm>
            <a:off x="9503085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9631101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流程鏈"/>
          <p:cNvSpPr/>
          <p:nvPr/>
        </p:nvSpPr>
        <p:spPr>
          <a:xfrm>
            <a:off x="9744944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40" name="三角形"/>
          <p:cNvSpPr/>
          <p:nvPr/>
        </p:nvSpPr>
        <p:spPr>
          <a:xfrm>
            <a:off x="10520263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三角形"/>
          <p:cNvSpPr/>
          <p:nvPr/>
        </p:nvSpPr>
        <p:spPr>
          <a:xfrm>
            <a:off x="10648279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三角形"/>
          <p:cNvSpPr/>
          <p:nvPr/>
        </p:nvSpPr>
        <p:spPr>
          <a:xfrm>
            <a:off x="10776295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流程鏈"/>
          <p:cNvSpPr/>
          <p:nvPr/>
        </p:nvSpPr>
        <p:spPr>
          <a:xfrm>
            <a:off x="10890138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44" name="流程鏈"/>
          <p:cNvSpPr/>
          <p:nvPr/>
        </p:nvSpPr>
        <p:spPr>
          <a:xfrm>
            <a:off x="6309360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45" name="三角形"/>
          <p:cNvSpPr/>
          <p:nvPr/>
        </p:nvSpPr>
        <p:spPr>
          <a:xfrm>
            <a:off x="7343318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三角形"/>
          <p:cNvSpPr/>
          <p:nvPr/>
        </p:nvSpPr>
        <p:spPr>
          <a:xfrm>
            <a:off x="7471334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三角形"/>
          <p:cNvSpPr/>
          <p:nvPr/>
        </p:nvSpPr>
        <p:spPr>
          <a:xfrm>
            <a:off x="7599350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流程鏈"/>
          <p:cNvSpPr/>
          <p:nvPr/>
        </p:nvSpPr>
        <p:spPr>
          <a:xfrm>
            <a:off x="7768514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49" name="三角形"/>
          <p:cNvSpPr/>
          <p:nvPr/>
        </p:nvSpPr>
        <p:spPr>
          <a:xfrm>
            <a:off x="8802472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三角形"/>
          <p:cNvSpPr/>
          <p:nvPr/>
        </p:nvSpPr>
        <p:spPr>
          <a:xfrm>
            <a:off x="8930488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三角形"/>
          <p:cNvSpPr/>
          <p:nvPr/>
        </p:nvSpPr>
        <p:spPr>
          <a:xfrm>
            <a:off x="9058504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流程鏈"/>
          <p:cNvSpPr/>
          <p:nvPr/>
        </p:nvSpPr>
        <p:spPr>
          <a:xfrm>
            <a:off x="9227668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53" name="三角形"/>
          <p:cNvSpPr/>
          <p:nvPr/>
        </p:nvSpPr>
        <p:spPr>
          <a:xfrm>
            <a:off x="10261625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三角形"/>
          <p:cNvSpPr/>
          <p:nvPr/>
        </p:nvSpPr>
        <p:spPr>
          <a:xfrm>
            <a:off x="10389641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三角形"/>
          <p:cNvSpPr/>
          <p:nvPr/>
        </p:nvSpPr>
        <p:spPr>
          <a:xfrm>
            <a:off x="10517657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流程鏈"/>
          <p:cNvSpPr/>
          <p:nvPr/>
        </p:nvSpPr>
        <p:spPr>
          <a:xfrm>
            <a:off x="10686821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6309360" y="5138928"/>
            <a:ext cx="9562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768514" y="5138928"/>
            <a:ext cx="9562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227668" y="5138928"/>
            <a:ext cx="9562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0686821" y="5138928"/>
            <a:ext cx="9562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454507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15772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12" name="Text 10"/>
          <p:cNvSpPr/>
          <p:nvPr/>
        </p:nvSpPr>
        <p:spPr>
          <a:xfrm>
            <a:off x="3395396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18" name="Text 16"/>
          <p:cNvSpPr/>
          <p:nvPr/>
        </p:nvSpPr>
        <p:spPr>
          <a:xfrm>
            <a:off x="6242152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9050">
            <a:solidFill>
              <a:srgbClr val="8C8C8C"/>
            </a:solidFill>
            <a:prstDash val="sysDot"/>
            <a:tailEnd type="triangle"/>
          </a:ln>
        </p:spPr>
      </p:cxnSp>
      <p:sp>
        <p:nvSpPr>
          <p:cNvPr id="24" name="Text 22"/>
          <p:cNvSpPr/>
          <p:nvPr/>
        </p:nvSpPr>
        <p:spPr>
          <a:xfrm>
            <a:off x="9088907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1905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402793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4" name="三角形"/>
          <p:cNvSpPr/>
          <p:nvPr/>
        </p:nvSpPr>
        <p:spPr>
          <a:xfrm>
            <a:off x="1155173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三角形"/>
          <p:cNvSpPr/>
          <p:nvPr/>
        </p:nvSpPr>
        <p:spPr>
          <a:xfrm>
            <a:off x="1283189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三角形"/>
          <p:cNvSpPr/>
          <p:nvPr/>
        </p:nvSpPr>
        <p:spPr>
          <a:xfrm>
            <a:off x="1411205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8" name="三角形"/>
          <p:cNvSpPr/>
          <p:nvPr/>
        </p:nvSpPr>
        <p:spPr>
          <a:xfrm>
            <a:off x="2148783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三角形"/>
          <p:cNvSpPr/>
          <p:nvPr/>
        </p:nvSpPr>
        <p:spPr>
          <a:xfrm>
            <a:off x="2276799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三角形"/>
          <p:cNvSpPr/>
          <p:nvPr/>
        </p:nvSpPr>
        <p:spPr>
          <a:xfrm>
            <a:off x="2404815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395396" y="402793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44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5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6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7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242152" y="402793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52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3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54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63867C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5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C9A22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9088907" y="402793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8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9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60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61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cxnSp>
        <p:nvCxnSpPr>
          <p:cNvPr id="62" name="連接線"/>
          <p:cNvCxnSpPr>
            <a:stCxn id="59" idx="3"/>
            <a:endCxn id="60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63" name="連接線"/>
          <p:cNvCxnSpPr>
            <a:stCxn id="59" idx="3"/>
            <a:endCxn id="61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64" name="Text 62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44917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1043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C9A22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863340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C9A22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9050">
            <a:solidFill>
              <a:srgbClr val="8C8C8C"/>
            </a:solidFill>
            <a:prstDash val="sysDash"/>
            <a:headEnd type="triangle"/>
            <a:tailEnd type="triangle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905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2471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597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2F5D5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9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2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3544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2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19355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19355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6" name="編號"/>
          <p:cNvSpPr/>
          <p:nvPr/>
        </p:nvSpPr>
        <p:spPr>
          <a:xfrm>
            <a:off x="11000232" y="299008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10222992" y="395020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49" name="編號"/>
          <p:cNvSpPr/>
          <p:nvPr/>
        </p:nvSpPr>
        <p:spPr>
          <a:xfrm>
            <a:off x="11000232" y="395020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10222992" y="491032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2" name="編號"/>
          <p:cNvSpPr/>
          <p:nvPr/>
        </p:nvSpPr>
        <p:spPr>
          <a:xfrm>
            <a:off x="11000232" y="491032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6027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2153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5" name="三角形"/>
          <p:cNvSpPr/>
          <p:nvPr/>
        </p:nvSpPr>
        <p:spPr>
          <a:xfrm>
            <a:off x="4038295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三角形"/>
          <p:cNvSpPr/>
          <p:nvPr/>
        </p:nvSpPr>
        <p:spPr>
          <a:xfrm>
            <a:off x="4191914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三角形"/>
          <p:cNvSpPr/>
          <p:nvPr/>
        </p:nvSpPr>
        <p:spPr>
          <a:xfrm>
            <a:off x="4345534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三角形"/>
          <p:cNvSpPr/>
          <p:nvPr/>
        </p:nvSpPr>
        <p:spPr>
          <a:xfrm>
            <a:off x="7736434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7890053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三角形"/>
          <p:cNvSpPr/>
          <p:nvPr/>
        </p:nvSpPr>
        <p:spPr>
          <a:xfrm>
            <a:off x="8043672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22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23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7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2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2471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597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三角形"/>
          <p:cNvSpPr/>
          <p:nvPr/>
        </p:nvSpPr>
        <p:spPr>
          <a:xfrm>
            <a:off x="2467600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三角形"/>
          <p:cNvSpPr/>
          <p:nvPr/>
        </p:nvSpPr>
        <p:spPr>
          <a:xfrm>
            <a:off x="2595616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三角形"/>
          <p:cNvSpPr/>
          <p:nvPr/>
        </p:nvSpPr>
        <p:spPr>
          <a:xfrm>
            <a:off x="2723632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3" name="三角形"/>
          <p:cNvSpPr/>
          <p:nvPr/>
        </p:nvSpPr>
        <p:spPr>
          <a:xfrm>
            <a:off x="4770608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三角形"/>
          <p:cNvSpPr/>
          <p:nvPr/>
        </p:nvSpPr>
        <p:spPr>
          <a:xfrm>
            <a:off x="4898624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三角形"/>
          <p:cNvSpPr/>
          <p:nvPr/>
        </p:nvSpPr>
        <p:spPr>
          <a:xfrm>
            <a:off x="5026640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C1CEC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7" name="三角形"/>
          <p:cNvSpPr/>
          <p:nvPr/>
        </p:nvSpPr>
        <p:spPr>
          <a:xfrm>
            <a:off x="7073616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三角形"/>
          <p:cNvSpPr/>
          <p:nvPr/>
        </p:nvSpPr>
        <p:spPr>
          <a:xfrm>
            <a:off x="7201632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7329648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22" name="三角形"/>
          <p:cNvSpPr/>
          <p:nvPr/>
        </p:nvSpPr>
        <p:spPr>
          <a:xfrm>
            <a:off x="9376623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三角形"/>
          <p:cNvSpPr/>
          <p:nvPr/>
        </p:nvSpPr>
        <p:spPr>
          <a:xfrm>
            <a:off x="9504639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三角形"/>
          <p:cNvSpPr/>
          <p:nvPr/>
        </p:nvSpPr>
        <p:spPr>
          <a:xfrm>
            <a:off x="9632655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27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9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31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33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1905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1905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905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36" name="編號"/>
          <p:cNvSpPr/>
          <p:nvPr/>
        </p:nvSpPr>
        <p:spPr>
          <a:xfrm>
            <a:off x="548640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923544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8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9" name="編號"/>
          <p:cNvSpPr/>
          <p:nvPr/>
        </p:nvSpPr>
        <p:spPr>
          <a:xfrm>
            <a:off x="548640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40" name="編號"/>
          <p:cNvSpPr/>
          <p:nvPr/>
        </p:nvSpPr>
        <p:spPr>
          <a:xfrm>
            <a:off x="923544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41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9669231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10044135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44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9669231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10044135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47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8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1144527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1519431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52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53" name="編號"/>
          <p:cNvSpPr/>
          <p:nvPr/>
        </p:nvSpPr>
        <p:spPr>
          <a:xfrm>
            <a:off x="3918130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54" name="編號"/>
          <p:cNvSpPr/>
          <p:nvPr/>
        </p:nvSpPr>
        <p:spPr>
          <a:xfrm>
            <a:off x="4293034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55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56" name="編號"/>
          <p:cNvSpPr/>
          <p:nvPr/>
        </p:nvSpPr>
        <p:spPr>
          <a:xfrm>
            <a:off x="6879186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57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8" name="編號"/>
          <p:cNvSpPr/>
          <p:nvPr/>
        </p:nvSpPr>
        <p:spPr>
          <a:xfrm>
            <a:off x="9465338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59" name="編號"/>
          <p:cNvSpPr/>
          <p:nvPr/>
        </p:nvSpPr>
        <p:spPr>
          <a:xfrm>
            <a:off x="9840242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60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4249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0375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C9A227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2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2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7872984" y="252374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141464" y="384962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7872984" y="384962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141464" y="517550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7872984" y="517550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墨綠筆記</dc:title>
  <dc:subject>PptxGenJS Presentation</dc:subject>
  <dc:creator>PPT Style Studio</dc:creator>
  <cp:lastModifiedBy>PPT Style Studio</cp:lastModifiedBy>
  <cp:revision>1</cp:revision>
  <dcterms:created xsi:type="dcterms:W3CDTF">2026-10-09T02:33:49Z</dcterms:created>
  <dcterms:modified xsi:type="dcterms:W3CDTF">2026-10-09T02:33:49Z</dcterms:modified>
</cp:coreProperties>
</file>