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7363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3489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905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三角形"/>
            <p:cNvSpPr/>
            <p:nvPr/>
          </p:nvSpPr>
          <p:spPr>
            <a:xfrm>
              <a:off x="10157955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三角形"/>
            <p:cNvSpPr/>
            <p:nvPr/>
          </p:nvSpPr>
          <p:spPr>
            <a:xfrm>
              <a:off x="10285971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三角形"/>
            <p:cNvSpPr/>
            <p:nvPr/>
          </p:nvSpPr>
          <p:spPr>
            <a:xfrm>
              <a:off x="10413987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1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2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4" name="Text 10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7020052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32700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8081518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694166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色彩、字級與元件語言一覽：暖灰畫布、粗灰外框扁平卡片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#2F5D50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#24483E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#E2EBE7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#C9A227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40pt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2.25pt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小圓角方籤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圓角方塊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六角形鏈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1CEC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C9A22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C9A22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2026-10-09T05:02:58Z</dcterms:created>
  <dcterms:modified xsi:type="dcterms:W3CDTF">2026-10-09T05:02:58Z</dcterms:modified>
</cp:coreProperties>
</file>