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380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93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2EBE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5D5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5D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2F5D5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34290">
            <a:solidFill>
              <a:srgbClr val="2F5D5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905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782312"/>
            <a:ext cx="676656" cy="676656"/>
            <a:chOff x="3607896" y="478231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78231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DFDFD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4F4F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7363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89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905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0157955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三角形"/>
            <p:cNvSpPr/>
            <p:nvPr/>
          </p:nvSpPr>
          <p:spPr>
            <a:xfrm>
              <a:off x="10285971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三角形"/>
            <p:cNvSpPr/>
            <p:nvPr/>
          </p:nvSpPr>
          <p:spPr>
            <a:xfrm>
              <a:off x="10413987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222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7020052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632700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2272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8081518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694166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222" y="177595"/>
                  <a:pt x="112215" y="174449"/>
                </a:cubicBezTo>
                <a:cubicBezTo>
                  <a:pt x="124998" y="171304"/>
                  <a:pt x="137882" y="169740"/>
                  <a:pt x="150876" y="169740"/>
                </a:cubicBezTo>
                <a:cubicBezTo>
                  <a:pt x="163870" y="169740"/>
                  <a:pt x="176754" y="171413"/>
                  <a:pt x="189537" y="174769"/>
                </a:cubicBezTo>
                <a:cubicBezTo>
                  <a:pt x="202320" y="177906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77" y="242343"/>
                  <a:pt x="246120" y="246120"/>
                </a:cubicBezTo>
                <a:cubicBezTo>
                  <a:pt x="242343" y="249677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509" y="249677"/>
                  <a:pt x="55952" y="246120"/>
                </a:cubicBezTo>
                <a:cubicBezTo>
                  <a:pt x="52176" y="242343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54" y="215414"/>
                  <a:pt x="229770" y="212488"/>
                </a:cubicBezTo>
                <a:cubicBezTo>
                  <a:pt x="227676" y="209343"/>
                  <a:pt x="225162" y="207038"/>
                  <a:pt x="222227" y="205566"/>
                </a:cubicBezTo>
                <a:cubicBezTo>
                  <a:pt x="208812" y="199074"/>
                  <a:pt x="196559" y="194676"/>
                  <a:pt x="185449" y="192371"/>
                </a:cubicBezTo>
                <a:cubicBezTo>
                  <a:pt x="174349" y="189857"/>
                  <a:pt x="162818" y="188595"/>
                  <a:pt x="150876" y="188595"/>
                </a:cubicBezTo>
                <a:cubicBezTo>
                  <a:pt x="138934" y="188595"/>
                  <a:pt x="127303" y="189857"/>
                  <a:pt x="115982" y="192371"/>
                </a:cubicBezTo>
                <a:cubicBezTo>
                  <a:pt x="104671" y="194676"/>
                  <a:pt x="92409" y="199074"/>
                  <a:pt x="79214" y="205566"/>
                </a:cubicBezTo>
                <a:cubicBezTo>
                  <a:pt x="76279" y="207038"/>
                  <a:pt x="73865" y="209343"/>
                  <a:pt x="71982" y="212488"/>
                </a:cubicBezTo>
                <a:cubicBezTo>
                  <a:pt x="70098" y="215414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304" y="123846"/>
                </a:moveTo>
                <a:cubicBezTo>
                  <a:pt x="176543" y="118397"/>
                  <a:pt x="179168" y="111584"/>
                  <a:pt x="179168" y="103409"/>
                </a:cubicBezTo>
                <a:cubicBezTo>
                  <a:pt x="179168" y="95244"/>
                  <a:pt x="176543" y="88532"/>
                  <a:pt x="171304" y="83293"/>
                </a:cubicBezTo>
                <a:cubicBezTo>
                  <a:pt x="165863" y="77852"/>
                  <a:pt x="159051" y="75127"/>
                  <a:pt x="150876" y="75127"/>
                </a:cubicBezTo>
                <a:cubicBezTo>
                  <a:pt x="142701" y="75127"/>
                  <a:pt x="135999" y="77852"/>
                  <a:pt x="130759" y="83293"/>
                </a:cubicBezTo>
                <a:cubicBezTo>
                  <a:pt x="125309" y="88532"/>
                  <a:pt x="122584" y="95244"/>
                  <a:pt x="122584" y="103409"/>
                </a:cubicBezTo>
                <a:cubicBezTo>
                  <a:pt x="122584" y="111584"/>
                  <a:pt x="125309" y="118397"/>
                  <a:pt x="130759" y="123846"/>
                </a:cubicBezTo>
                <a:cubicBezTo>
                  <a:pt x="135999" y="129086"/>
                  <a:pt x="142701" y="131701"/>
                  <a:pt x="150876" y="131701"/>
                </a:cubicBezTo>
                <a:cubicBezTo>
                  <a:pt x="159051" y="131701"/>
                  <a:pt x="165863" y="129086"/>
                  <a:pt x="171304" y="123846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750" dirty="0"/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80"/>
                  <a:pt x="17602" y="202110"/>
                </a:cubicBezTo>
                <a:cubicBezTo>
                  <a:pt x="21379" y="196038"/>
                  <a:pt x="26609" y="191530"/>
                  <a:pt x="33321" y="188595"/>
                </a:cubicBezTo>
                <a:cubicBezTo>
                  <a:pt x="48619" y="181892"/>
                  <a:pt x="62444" y="177074"/>
                  <a:pt x="74807" y="174138"/>
                </a:cubicBezTo>
                <a:cubicBezTo>
                  <a:pt x="86959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72" y="196038"/>
                  <a:pt x="207459" y="202110"/>
                </a:cubicBezTo>
                <a:cubicBezTo>
                  <a:pt x="211226" y="207980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327" y="242343"/>
                  <a:pt x="207770" y="246120"/>
                </a:cubicBezTo>
                <a:cubicBezTo>
                  <a:pt x="203993" y="249677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68" y="249677"/>
                  <a:pt x="17602" y="246120"/>
                </a:cubicBezTo>
                <a:cubicBezTo>
                  <a:pt x="13835" y="242343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70" y="245279"/>
                  <a:pt x="230712" y="242343"/>
                </a:cubicBezTo>
                <a:cubicBezTo>
                  <a:pt x="231554" y="239198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132"/>
                  <a:pt x="222858" y="190168"/>
                </a:cubicBezTo>
                <a:cubicBezTo>
                  <a:pt x="216777" y="181993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8027" y="242343"/>
                  <a:pt x="284461" y="246120"/>
                </a:cubicBezTo>
                <a:cubicBezTo>
                  <a:pt x="280693" y="249677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718" y="150455"/>
                  <a:pt x="170993" y="150245"/>
                </a:cubicBezTo>
                <a:cubicBezTo>
                  <a:pt x="168058" y="149824"/>
                  <a:pt x="165442" y="149203"/>
                  <a:pt x="163138" y="148361"/>
                </a:cubicBezTo>
                <a:cubicBezTo>
                  <a:pt x="168167" y="143122"/>
                  <a:pt x="172044" y="136730"/>
                  <a:pt x="174769" y="129186"/>
                </a:cubicBezTo>
                <a:cubicBezTo>
                  <a:pt x="177284" y="121432"/>
                  <a:pt x="178537" y="112846"/>
                  <a:pt x="178537" y="103409"/>
                </a:cubicBezTo>
                <a:cubicBezTo>
                  <a:pt x="178537" y="93982"/>
                  <a:pt x="177284" y="85707"/>
                  <a:pt x="174769" y="78584"/>
                </a:cubicBezTo>
                <a:cubicBezTo>
                  <a:pt x="172044" y="71250"/>
                  <a:pt x="168167" y="64538"/>
                  <a:pt x="163138" y="58467"/>
                </a:cubicBezTo>
                <a:cubicBezTo>
                  <a:pt x="165442" y="57836"/>
                  <a:pt x="168058" y="57315"/>
                  <a:pt x="170993" y="56894"/>
                </a:cubicBezTo>
                <a:cubicBezTo>
                  <a:pt x="173718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313" y="215314"/>
                  <a:pt x="191420" y="212168"/>
                </a:cubicBezTo>
                <a:cubicBezTo>
                  <a:pt x="189327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74" y="189747"/>
                  <a:pt x="79214" y="192051"/>
                </a:cubicBezTo>
                <a:cubicBezTo>
                  <a:pt x="68735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963" y="123846"/>
                </a:moveTo>
                <a:cubicBezTo>
                  <a:pt x="138202" y="118397"/>
                  <a:pt x="140818" y="111584"/>
                  <a:pt x="140818" y="103409"/>
                </a:cubicBezTo>
                <a:cubicBezTo>
                  <a:pt x="140818" y="95244"/>
                  <a:pt x="138202" y="88532"/>
                  <a:pt x="132963" y="83293"/>
                </a:cubicBezTo>
                <a:cubicBezTo>
                  <a:pt x="127513" y="77852"/>
                  <a:pt x="120701" y="75127"/>
                  <a:pt x="112526" y="75127"/>
                </a:cubicBezTo>
                <a:cubicBezTo>
                  <a:pt x="104360" y="75127"/>
                  <a:pt x="97649" y="77852"/>
                  <a:pt x="92409" y="83293"/>
                </a:cubicBezTo>
                <a:cubicBezTo>
                  <a:pt x="86959" y="88532"/>
                  <a:pt x="84244" y="95244"/>
                  <a:pt x="84244" y="103409"/>
                </a:cubicBezTo>
                <a:cubicBezTo>
                  <a:pt x="84244" y="111584"/>
                  <a:pt x="86959" y="118397"/>
                  <a:pt x="92409" y="123846"/>
                </a:cubicBezTo>
                <a:cubicBezTo>
                  <a:pt x="97649" y="129086"/>
                  <a:pt x="104360" y="131701"/>
                  <a:pt x="112526" y="131701"/>
                </a:cubicBezTo>
                <a:cubicBezTo>
                  <a:pt x="120701" y="131701"/>
                  <a:pt x="127513" y="129086"/>
                  <a:pt x="132963" y="123846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750" dirty="0"/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03" y="226314"/>
                  <a:pt x="4508" y="225372"/>
                  <a:pt x="2825" y="223489"/>
                </a:cubicBezTo>
                <a:cubicBezTo>
                  <a:pt x="942" y="221806"/>
                  <a:pt x="0" y="219611"/>
                  <a:pt x="0" y="216887"/>
                </a:cubicBezTo>
                <a:lnTo>
                  <a:pt x="0" y="209654"/>
                </a:lnTo>
                <a:cubicBezTo>
                  <a:pt x="0" y="201479"/>
                  <a:pt x="4398" y="194886"/>
                  <a:pt x="13204" y="189857"/>
                </a:cubicBezTo>
                <a:cubicBezTo>
                  <a:pt x="21790" y="184828"/>
                  <a:pt x="33110" y="182313"/>
                  <a:pt x="47146" y="182313"/>
                </a:cubicBezTo>
                <a:cubicBezTo>
                  <a:pt x="49871" y="182313"/>
                  <a:pt x="52386" y="182414"/>
                  <a:pt x="54690" y="182624"/>
                </a:cubicBezTo>
                <a:cubicBezTo>
                  <a:pt x="56995" y="182624"/>
                  <a:pt x="59299" y="182834"/>
                  <a:pt x="61612" y="183255"/>
                </a:cubicBezTo>
                <a:cubicBezTo>
                  <a:pt x="59930" y="186812"/>
                  <a:pt x="58677" y="190479"/>
                  <a:pt x="57836" y="194255"/>
                </a:cubicBezTo>
                <a:cubicBezTo>
                  <a:pt x="56995" y="198022"/>
                  <a:pt x="56583" y="201900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41" y="226314"/>
                  <a:pt x="79946" y="225372"/>
                  <a:pt x="78263" y="223489"/>
                </a:cubicBezTo>
                <a:cubicBezTo>
                  <a:pt x="76380" y="221806"/>
                  <a:pt x="75438" y="219611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322" y="193103"/>
                  <a:pt x="81098" y="187653"/>
                </a:cubicBezTo>
                <a:cubicBezTo>
                  <a:pt x="84655" y="181993"/>
                  <a:pt x="89794" y="177074"/>
                  <a:pt x="96497" y="172876"/>
                </a:cubicBezTo>
                <a:cubicBezTo>
                  <a:pt x="103199" y="168689"/>
                  <a:pt x="111273" y="165543"/>
                  <a:pt x="120701" y="163449"/>
                </a:cubicBezTo>
                <a:cubicBezTo>
                  <a:pt x="129918" y="161355"/>
                  <a:pt x="139976" y="160303"/>
                  <a:pt x="150876" y="160303"/>
                </a:cubicBezTo>
                <a:cubicBezTo>
                  <a:pt x="161986" y="160303"/>
                  <a:pt x="172255" y="161355"/>
                  <a:pt x="181682" y="163449"/>
                </a:cubicBezTo>
                <a:cubicBezTo>
                  <a:pt x="190899" y="165543"/>
                  <a:pt x="198864" y="168689"/>
                  <a:pt x="205566" y="172876"/>
                </a:cubicBezTo>
                <a:cubicBezTo>
                  <a:pt x="212278" y="177074"/>
                  <a:pt x="217408" y="181993"/>
                  <a:pt x="220974" y="187653"/>
                </a:cubicBezTo>
                <a:cubicBezTo>
                  <a:pt x="224531" y="193103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611"/>
                  <a:pt x="225372" y="221806"/>
                  <a:pt x="223489" y="223489"/>
                </a:cubicBezTo>
                <a:cubicBezTo>
                  <a:pt x="221806" y="225372"/>
                  <a:pt x="219611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689"/>
                  <a:pt x="244858" y="197812"/>
                  <a:pt x="244227" y="194255"/>
                </a:cubicBezTo>
                <a:cubicBezTo>
                  <a:pt x="243395" y="190479"/>
                  <a:pt x="242133" y="186812"/>
                  <a:pt x="240460" y="183255"/>
                </a:cubicBezTo>
                <a:cubicBezTo>
                  <a:pt x="242764" y="182834"/>
                  <a:pt x="245068" y="182624"/>
                  <a:pt x="247373" y="182624"/>
                </a:cubicBezTo>
                <a:cubicBezTo>
                  <a:pt x="249677" y="182414"/>
                  <a:pt x="252091" y="182313"/>
                  <a:pt x="254606" y="182313"/>
                </a:cubicBezTo>
                <a:cubicBezTo>
                  <a:pt x="268852" y="182313"/>
                  <a:pt x="280273" y="184828"/>
                  <a:pt x="288868" y="189857"/>
                </a:cubicBezTo>
                <a:cubicBezTo>
                  <a:pt x="297454" y="194886"/>
                  <a:pt x="301752" y="201479"/>
                  <a:pt x="301752" y="209654"/>
                </a:cubicBezTo>
                <a:lnTo>
                  <a:pt x="301752" y="216887"/>
                </a:lnTo>
                <a:cubicBezTo>
                  <a:pt x="301752" y="219611"/>
                  <a:pt x="300810" y="221806"/>
                  <a:pt x="298927" y="223489"/>
                </a:cubicBezTo>
                <a:cubicBezTo>
                  <a:pt x="297244" y="225372"/>
                  <a:pt x="295049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220" y="191530"/>
                  <a:pt x="191741" y="186711"/>
                </a:cubicBezTo>
                <a:cubicBezTo>
                  <a:pt x="181051" y="181682"/>
                  <a:pt x="167427" y="179168"/>
                  <a:pt x="150876" y="179168"/>
                </a:cubicBezTo>
                <a:cubicBezTo>
                  <a:pt x="134325" y="179168"/>
                  <a:pt x="120801" y="181682"/>
                  <a:pt x="110332" y="186711"/>
                </a:cubicBezTo>
                <a:cubicBezTo>
                  <a:pt x="99642" y="191530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146" y="172876"/>
                </a:moveTo>
                <a:cubicBezTo>
                  <a:pt x="41075" y="172876"/>
                  <a:pt x="35936" y="170682"/>
                  <a:pt x="31748" y="166274"/>
                </a:cubicBezTo>
                <a:cubicBezTo>
                  <a:pt x="27350" y="162087"/>
                  <a:pt x="25146" y="156957"/>
                  <a:pt x="25146" y="150876"/>
                </a:cubicBezTo>
                <a:cubicBezTo>
                  <a:pt x="25146" y="144795"/>
                  <a:pt x="27350" y="139665"/>
                  <a:pt x="31748" y="135478"/>
                </a:cubicBezTo>
                <a:cubicBezTo>
                  <a:pt x="35936" y="131070"/>
                  <a:pt x="41075" y="128876"/>
                  <a:pt x="47146" y="128876"/>
                </a:cubicBezTo>
                <a:cubicBezTo>
                  <a:pt x="53227" y="128876"/>
                  <a:pt x="58467" y="131070"/>
                  <a:pt x="62865" y="135478"/>
                </a:cubicBezTo>
                <a:cubicBezTo>
                  <a:pt x="67053" y="139665"/>
                  <a:pt x="69156" y="144795"/>
                  <a:pt x="69156" y="150876"/>
                </a:cubicBezTo>
                <a:cubicBezTo>
                  <a:pt x="69156" y="156957"/>
                  <a:pt x="67053" y="162196"/>
                  <a:pt x="62865" y="166595"/>
                </a:cubicBezTo>
                <a:cubicBezTo>
                  <a:pt x="58467" y="170782"/>
                  <a:pt x="53227" y="172876"/>
                  <a:pt x="47146" y="172876"/>
                </a:cubicBezTo>
                <a:close/>
                <a:moveTo>
                  <a:pt x="254606" y="172876"/>
                </a:moveTo>
                <a:cubicBezTo>
                  <a:pt x="248525" y="172876"/>
                  <a:pt x="243285" y="170682"/>
                  <a:pt x="238887" y="166274"/>
                </a:cubicBezTo>
                <a:cubicBezTo>
                  <a:pt x="234699" y="162087"/>
                  <a:pt x="232605" y="156957"/>
                  <a:pt x="232605" y="150876"/>
                </a:cubicBezTo>
                <a:cubicBezTo>
                  <a:pt x="232605" y="144795"/>
                  <a:pt x="234800" y="139665"/>
                  <a:pt x="239198" y="135478"/>
                </a:cubicBezTo>
                <a:cubicBezTo>
                  <a:pt x="243395" y="131070"/>
                  <a:pt x="248525" y="128876"/>
                  <a:pt x="254606" y="128876"/>
                </a:cubicBezTo>
                <a:cubicBezTo>
                  <a:pt x="260677" y="128876"/>
                  <a:pt x="265917" y="131070"/>
                  <a:pt x="270324" y="135478"/>
                </a:cubicBezTo>
                <a:cubicBezTo>
                  <a:pt x="274512" y="139665"/>
                  <a:pt x="276606" y="144795"/>
                  <a:pt x="276606" y="150876"/>
                </a:cubicBezTo>
                <a:cubicBezTo>
                  <a:pt x="276606" y="156957"/>
                  <a:pt x="274512" y="162196"/>
                  <a:pt x="270324" y="166595"/>
                </a:cubicBezTo>
                <a:cubicBezTo>
                  <a:pt x="265917" y="170782"/>
                  <a:pt x="260677" y="172876"/>
                  <a:pt x="254606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61"/>
                  <a:pt x="124157" y="86438"/>
                </a:cubicBezTo>
                <a:cubicBezTo>
                  <a:pt x="131491" y="79105"/>
                  <a:pt x="140397" y="75438"/>
                  <a:pt x="150876" y="75438"/>
                </a:cubicBezTo>
                <a:cubicBezTo>
                  <a:pt x="161565" y="75438"/>
                  <a:pt x="170572" y="79105"/>
                  <a:pt x="177906" y="86438"/>
                </a:cubicBezTo>
                <a:cubicBezTo>
                  <a:pt x="185029" y="93561"/>
                  <a:pt x="188595" y="102468"/>
                  <a:pt x="188595" y="113157"/>
                </a:cubicBezTo>
                <a:cubicBezTo>
                  <a:pt x="188595" y="123636"/>
                  <a:pt x="185029" y="132542"/>
                  <a:pt x="177906" y="139876"/>
                </a:cubicBezTo>
                <a:cubicBezTo>
                  <a:pt x="170572" y="147209"/>
                  <a:pt x="161565" y="150876"/>
                  <a:pt x="150876" y="150876"/>
                </a:cubicBezTo>
                <a:close/>
                <a:moveTo>
                  <a:pt x="150876" y="132021"/>
                </a:moveTo>
                <a:cubicBezTo>
                  <a:pt x="156326" y="132021"/>
                  <a:pt x="160834" y="130238"/>
                  <a:pt x="164391" y="126672"/>
                </a:cubicBezTo>
                <a:cubicBezTo>
                  <a:pt x="167957" y="122905"/>
                  <a:pt x="169740" y="118397"/>
                  <a:pt x="169740" y="113157"/>
                </a:cubicBezTo>
                <a:cubicBezTo>
                  <a:pt x="169740" y="107707"/>
                  <a:pt x="167957" y="103199"/>
                  <a:pt x="164391" y="99642"/>
                </a:cubicBezTo>
                <a:cubicBezTo>
                  <a:pt x="160834" y="96076"/>
                  <a:pt x="156326" y="94302"/>
                  <a:pt x="150876" y="94302"/>
                </a:cubicBezTo>
                <a:cubicBezTo>
                  <a:pt x="145636" y="94302"/>
                  <a:pt x="141238" y="96076"/>
                  <a:pt x="137672" y="99642"/>
                </a:cubicBezTo>
                <a:cubicBezTo>
                  <a:pt x="133905" y="103199"/>
                  <a:pt x="132021" y="107707"/>
                  <a:pt x="132021" y="113157"/>
                </a:cubicBezTo>
                <a:cubicBezTo>
                  <a:pt x="132021" y="118397"/>
                  <a:pt x="133795" y="122905"/>
                  <a:pt x="137361" y="126672"/>
                </a:cubicBezTo>
                <a:cubicBezTo>
                  <a:pt x="141128" y="130238"/>
                  <a:pt x="145636" y="132021"/>
                  <a:pt x="150876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750" dirty="0"/>
          </a:p>
        </p:txBody>
      </p:sp>
      <p:sp>
        <p:nvSpPr>
          <p:cNvPr id="12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915"/>
                  <a:pt x="122274" y="199284"/>
                </a:cubicBezTo>
                <a:cubicBezTo>
                  <a:pt x="118497" y="198443"/>
                  <a:pt x="114830" y="198022"/>
                  <a:pt x="111273" y="198022"/>
                </a:cubicBezTo>
                <a:cubicBezTo>
                  <a:pt x="107287" y="198022"/>
                  <a:pt x="103099" y="198553"/>
                  <a:pt x="98700" y="199595"/>
                </a:cubicBezTo>
                <a:cubicBezTo>
                  <a:pt x="94092" y="200436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526" y="182624"/>
                </a:moveTo>
                <a:cubicBezTo>
                  <a:pt x="126672" y="179268"/>
                  <a:pt x="128245" y="175181"/>
                  <a:pt x="128245" y="170362"/>
                </a:cubicBezTo>
                <a:cubicBezTo>
                  <a:pt x="128245" y="165543"/>
                  <a:pt x="126672" y="161565"/>
                  <a:pt x="123526" y="158420"/>
                </a:cubicBezTo>
                <a:cubicBezTo>
                  <a:pt x="120180" y="155064"/>
                  <a:pt x="116092" y="153391"/>
                  <a:pt x="111273" y="153391"/>
                </a:cubicBezTo>
                <a:cubicBezTo>
                  <a:pt x="106454" y="153391"/>
                  <a:pt x="102468" y="155064"/>
                  <a:pt x="99331" y="158420"/>
                </a:cubicBezTo>
                <a:cubicBezTo>
                  <a:pt x="95975" y="161565"/>
                  <a:pt x="94302" y="165543"/>
                  <a:pt x="94302" y="170362"/>
                </a:cubicBezTo>
                <a:cubicBezTo>
                  <a:pt x="94302" y="175181"/>
                  <a:pt x="95975" y="179268"/>
                  <a:pt x="99331" y="182624"/>
                </a:cubicBezTo>
                <a:cubicBezTo>
                  <a:pt x="102468" y="185770"/>
                  <a:pt x="106454" y="187342"/>
                  <a:pt x="111273" y="187342"/>
                </a:cubicBezTo>
                <a:cubicBezTo>
                  <a:pt x="116092" y="187342"/>
                  <a:pt x="120180" y="185770"/>
                  <a:pt x="123526" y="182624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750" dirty="0"/>
          </a:p>
        </p:txBody>
      </p:sp>
      <p:sp>
        <p:nvSpPr>
          <p:cNvPr id="14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064" y="224741"/>
                  <a:pt x="150666" y="222858"/>
                  <a:pt x="147109" y="219081"/>
                </a:cubicBezTo>
                <a:cubicBezTo>
                  <a:pt x="143332" y="215524"/>
                  <a:pt x="141449" y="211126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115"/>
                  <a:pt x="110332" y="127513"/>
                  <a:pt x="106555" y="131070"/>
                </a:cubicBezTo>
                <a:cubicBezTo>
                  <a:pt x="102998" y="134847"/>
                  <a:pt x="98591" y="136730"/>
                  <a:pt x="93351" y="136730"/>
                </a:cubicBezTo>
                <a:lnTo>
                  <a:pt x="44010" y="136730"/>
                </a:lnTo>
                <a:cubicBezTo>
                  <a:pt x="38771" y="136730"/>
                  <a:pt x="34363" y="134847"/>
                  <a:pt x="30806" y="131070"/>
                </a:cubicBezTo>
                <a:cubicBezTo>
                  <a:pt x="27030" y="127513"/>
                  <a:pt x="25146" y="123115"/>
                  <a:pt x="25146" y="117875"/>
                </a:cubicBezTo>
                <a:lnTo>
                  <a:pt x="25146" y="56583"/>
                </a:lnTo>
                <a:cubicBezTo>
                  <a:pt x="25146" y="51344"/>
                  <a:pt x="27030" y="46936"/>
                  <a:pt x="30806" y="43379"/>
                </a:cubicBezTo>
                <a:cubicBezTo>
                  <a:pt x="34363" y="39603"/>
                  <a:pt x="38771" y="37719"/>
                  <a:pt x="44010" y="37719"/>
                </a:cubicBezTo>
                <a:lnTo>
                  <a:pt x="93351" y="37719"/>
                </a:lnTo>
                <a:cubicBezTo>
                  <a:pt x="98591" y="37719"/>
                  <a:pt x="102998" y="39603"/>
                  <a:pt x="106555" y="43379"/>
                </a:cubicBezTo>
                <a:cubicBezTo>
                  <a:pt x="110332" y="46936"/>
                  <a:pt x="112215" y="51344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44"/>
                  <a:pt x="191741" y="46936"/>
                  <a:pt x="195508" y="43379"/>
                </a:cubicBezTo>
                <a:cubicBezTo>
                  <a:pt x="199074" y="39603"/>
                  <a:pt x="203472" y="37719"/>
                  <a:pt x="208712" y="37719"/>
                </a:cubicBezTo>
                <a:lnTo>
                  <a:pt x="257751" y="37719"/>
                </a:lnTo>
                <a:cubicBezTo>
                  <a:pt x="262981" y="37719"/>
                  <a:pt x="267389" y="39603"/>
                  <a:pt x="270946" y="43379"/>
                </a:cubicBezTo>
                <a:cubicBezTo>
                  <a:pt x="274722" y="46936"/>
                  <a:pt x="276606" y="51344"/>
                  <a:pt x="276606" y="56583"/>
                </a:cubicBezTo>
                <a:lnTo>
                  <a:pt x="276606" y="117875"/>
                </a:lnTo>
                <a:cubicBezTo>
                  <a:pt x="276606" y="123115"/>
                  <a:pt x="274722" y="127513"/>
                  <a:pt x="270946" y="131070"/>
                </a:cubicBezTo>
                <a:cubicBezTo>
                  <a:pt x="267389" y="134847"/>
                  <a:pt x="262981" y="136730"/>
                  <a:pt x="257751" y="136730"/>
                </a:cubicBezTo>
                <a:lnTo>
                  <a:pt x="208712" y="136730"/>
                </a:lnTo>
                <a:cubicBezTo>
                  <a:pt x="203472" y="136730"/>
                  <a:pt x="199074" y="134847"/>
                  <a:pt x="195508" y="131070"/>
                </a:cubicBezTo>
                <a:cubicBezTo>
                  <a:pt x="191741" y="127513"/>
                  <a:pt x="189857" y="123115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37"/>
                  <a:pt x="191741" y="174239"/>
                  <a:pt x="195508" y="170682"/>
                </a:cubicBezTo>
                <a:cubicBezTo>
                  <a:pt x="199074" y="166905"/>
                  <a:pt x="203472" y="165022"/>
                  <a:pt x="208712" y="165022"/>
                </a:cubicBezTo>
                <a:lnTo>
                  <a:pt x="257751" y="165022"/>
                </a:lnTo>
                <a:cubicBezTo>
                  <a:pt x="262981" y="165022"/>
                  <a:pt x="267389" y="166905"/>
                  <a:pt x="270946" y="170682"/>
                </a:cubicBezTo>
                <a:cubicBezTo>
                  <a:pt x="274722" y="174239"/>
                  <a:pt x="276606" y="178637"/>
                  <a:pt x="276606" y="18387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8712" y="264033"/>
                </a:lnTo>
                <a:cubicBezTo>
                  <a:pt x="203472" y="264033"/>
                  <a:pt x="199074" y="262149"/>
                  <a:pt x="195508" y="258373"/>
                </a:cubicBezTo>
                <a:cubicBezTo>
                  <a:pt x="191741" y="254816"/>
                  <a:pt x="189857" y="250408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750" dirty="0"/>
          </a:p>
        </p:txBody>
      </p:sp>
      <p:sp>
        <p:nvSpPr>
          <p:cNvPr id="16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126"/>
                  <a:pt x="18233" y="217517"/>
                </a:cubicBezTo>
                <a:cubicBezTo>
                  <a:pt x="21580" y="212689"/>
                  <a:pt x="26298" y="208812"/>
                  <a:pt x="32379" y="205886"/>
                </a:cubicBezTo>
                <a:cubicBezTo>
                  <a:pt x="43690" y="200436"/>
                  <a:pt x="55842" y="195928"/>
                  <a:pt x="68836" y="192371"/>
                </a:cubicBezTo>
                <a:cubicBezTo>
                  <a:pt x="81619" y="188805"/>
                  <a:pt x="96186" y="187022"/>
                  <a:pt x="112526" y="187022"/>
                </a:cubicBezTo>
                <a:cubicBezTo>
                  <a:pt x="128876" y="187022"/>
                  <a:pt x="143543" y="188805"/>
                  <a:pt x="156536" y="192371"/>
                </a:cubicBezTo>
                <a:cubicBezTo>
                  <a:pt x="169319" y="195928"/>
                  <a:pt x="181362" y="200436"/>
                  <a:pt x="192682" y="205886"/>
                </a:cubicBezTo>
                <a:cubicBezTo>
                  <a:pt x="198754" y="208812"/>
                  <a:pt x="203472" y="212689"/>
                  <a:pt x="206828" y="217517"/>
                </a:cubicBezTo>
                <a:cubicBezTo>
                  <a:pt x="210175" y="222126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1016" y="259635"/>
                  <a:pt x="209343" y="261518"/>
                </a:cubicBezTo>
                <a:cubicBezTo>
                  <a:pt x="207459" y="263192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703" y="263192"/>
                  <a:pt x="16029" y="261518"/>
                </a:cubicBezTo>
                <a:cubicBezTo>
                  <a:pt x="14146" y="259635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61" y="229460"/>
                  <a:pt x="190479" y="227576"/>
                </a:cubicBezTo>
                <a:cubicBezTo>
                  <a:pt x="188595" y="225473"/>
                  <a:pt x="186391" y="223900"/>
                  <a:pt x="183877" y="222858"/>
                </a:cubicBezTo>
                <a:cubicBezTo>
                  <a:pt x="174870" y="218871"/>
                  <a:pt x="164811" y="215103"/>
                  <a:pt x="153701" y="211537"/>
                </a:cubicBezTo>
                <a:cubicBezTo>
                  <a:pt x="142601" y="207770"/>
                  <a:pt x="128876" y="205886"/>
                  <a:pt x="112526" y="205886"/>
                </a:cubicBezTo>
                <a:cubicBezTo>
                  <a:pt x="96186" y="205886"/>
                  <a:pt x="82461" y="207770"/>
                  <a:pt x="71351" y="211537"/>
                </a:cubicBezTo>
                <a:cubicBezTo>
                  <a:pt x="60250" y="215103"/>
                  <a:pt x="50191" y="218871"/>
                  <a:pt x="41175" y="222858"/>
                </a:cubicBezTo>
                <a:cubicBezTo>
                  <a:pt x="38661" y="223900"/>
                  <a:pt x="36567" y="225473"/>
                  <a:pt x="34894" y="227576"/>
                </a:cubicBezTo>
                <a:cubicBezTo>
                  <a:pt x="33001" y="229460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532" y="84134"/>
                  <a:pt x="89584" y="85186"/>
                </a:cubicBezTo>
                <a:cubicBezTo>
                  <a:pt x="90425" y="86018"/>
                  <a:pt x="91467" y="86438"/>
                  <a:pt x="92729" y="86438"/>
                </a:cubicBezTo>
                <a:cubicBezTo>
                  <a:pt x="94192" y="86438"/>
                  <a:pt x="95344" y="86018"/>
                  <a:pt x="96186" y="85186"/>
                </a:cubicBezTo>
                <a:cubicBezTo>
                  <a:pt x="97018" y="84134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648"/>
                  <a:pt x="104360" y="64438"/>
                </a:cubicBezTo>
                <a:cubicBezTo>
                  <a:pt x="107287" y="64017"/>
                  <a:pt x="110121" y="63807"/>
                  <a:pt x="112846" y="63807"/>
                </a:cubicBezTo>
                <a:cubicBezTo>
                  <a:pt x="115571" y="63807"/>
                  <a:pt x="118397" y="64017"/>
                  <a:pt x="121332" y="64438"/>
                </a:cubicBezTo>
                <a:cubicBezTo>
                  <a:pt x="124267" y="64648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134"/>
                  <a:pt x="129506" y="85186"/>
                </a:cubicBezTo>
                <a:cubicBezTo>
                  <a:pt x="130339" y="86018"/>
                  <a:pt x="131491" y="86438"/>
                  <a:pt x="132963" y="86438"/>
                </a:cubicBezTo>
                <a:cubicBezTo>
                  <a:pt x="134216" y="86438"/>
                  <a:pt x="135368" y="86018"/>
                  <a:pt x="136419" y="85186"/>
                </a:cubicBezTo>
                <a:cubicBezTo>
                  <a:pt x="137251" y="84134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93" y="177384"/>
                  <a:pt x="202430" y="176333"/>
                </a:cubicBezTo>
                <a:cubicBezTo>
                  <a:pt x="200747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741" y="176123"/>
                  <a:pt x="190479" y="175711"/>
                </a:cubicBezTo>
                <a:cubicBezTo>
                  <a:pt x="189016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5029" y="169630"/>
                  <a:pt x="185449" y="168167"/>
                </a:cubicBezTo>
                <a:cubicBezTo>
                  <a:pt x="185660" y="166485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93"/>
                  <a:pt x="190479" y="159362"/>
                </a:cubicBezTo>
                <a:lnTo>
                  <a:pt x="190479" y="154652"/>
                </a:lnTo>
                <a:cubicBezTo>
                  <a:pt x="190479" y="153811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60" y="147310"/>
                  <a:pt x="185449" y="145847"/>
                </a:cubicBezTo>
                <a:cubicBezTo>
                  <a:pt x="185029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9016" y="138404"/>
                  <a:pt x="190479" y="137992"/>
                </a:cubicBezTo>
                <a:cubicBezTo>
                  <a:pt x="191741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81" y="128034"/>
                  <a:pt x="209343" y="126992"/>
                </a:cubicBezTo>
                <a:cubicBezTo>
                  <a:pt x="210385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97" y="126041"/>
                  <a:pt x="218459" y="127303"/>
                </a:cubicBezTo>
                <a:cubicBezTo>
                  <a:pt x="219502" y="128345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851" y="137571"/>
                  <a:pt x="237314" y="137992"/>
                </a:cubicBezTo>
                <a:cubicBezTo>
                  <a:pt x="238576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554" y="144173"/>
                  <a:pt x="242343" y="145847"/>
                </a:cubicBezTo>
                <a:cubicBezTo>
                  <a:pt x="241923" y="147310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811"/>
                  <a:pt x="237003" y="154652"/>
                </a:cubicBezTo>
                <a:lnTo>
                  <a:pt x="237003" y="159362"/>
                </a:lnTo>
                <a:cubicBezTo>
                  <a:pt x="237003" y="159993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923" y="166384"/>
                  <a:pt x="242343" y="167847"/>
                </a:cubicBezTo>
                <a:cubicBezTo>
                  <a:pt x="242554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76" y="175290"/>
                  <a:pt x="237314" y="175711"/>
                </a:cubicBezTo>
                <a:cubicBezTo>
                  <a:pt x="235851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835" y="175290"/>
                  <a:pt x="225372" y="176333"/>
                </a:cubicBezTo>
                <a:cubicBezTo>
                  <a:pt x="223699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502" y="185660"/>
                  <a:pt x="218459" y="186711"/>
                </a:cubicBezTo>
                <a:cubicBezTo>
                  <a:pt x="217197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85" y="187754"/>
                  <a:pt x="209343" y="186711"/>
                </a:cubicBezTo>
                <a:cubicBezTo>
                  <a:pt x="208081" y="185449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79" y="107076"/>
                  <a:pt x="232285" y="105613"/>
                </a:cubicBezTo>
                <a:cubicBezTo>
                  <a:pt x="229981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5003" y="104461"/>
                  <a:pt x="213741" y="104040"/>
                </a:cubicBezTo>
                <a:cubicBezTo>
                  <a:pt x="212278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80" y="96707"/>
                  <a:pt x="208401" y="95244"/>
                </a:cubicBezTo>
                <a:cubicBezTo>
                  <a:pt x="208611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77" y="83924"/>
                  <a:pt x="216566" y="82671"/>
                </a:cubicBezTo>
                <a:cubicBezTo>
                  <a:pt x="216155" y="81409"/>
                  <a:pt x="215945" y="80156"/>
                  <a:pt x="215945" y="78894"/>
                </a:cubicBezTo>
                <a:cubicBezTo>
                  <a:pt x="215945" y="77642"/>
                  <a:pt x="216155" y="76380"/>
                  <a:pt x="216566" y="75127"/>
                </a:cubicBezTo>
                <a:cubicBezTo>
                  <a:pt x="216777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611" y="64017"/>
                  <a:pt x="208401" y="62554"/>
                </a:cubicBezTo>
                <a:cubicBezTo>
                  <a:pt x="207980" y="60872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78" y="54480"/>
                  <a:pt x="213741" y="54068"/>
                </a:cubicBezTo>
                <a:cubicBezTo>
                  <a:pt x="215003" y="53438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81" y="53648"/>
                  <a:pt x="232285" y="52176"/>
                </a:cubicBezTo>
                <a:cubicBezTo>
                  <a:pt x="234379" y="50502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67" y="50502"/>
                  <a:pt x="262780" y="52176"/>
                </a:cubicBezTo>
                <a:cubicBezTo>
                  <a:pt x="264874" y="53648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852" y="53328"/>
                  <a:pt x="281324" y="53748"/>
                </a:cubicBezTo>
                <a:cubicBezTo>
                  <a:pt x="282577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75" y="61082"/>
                  <a:pt x="286664" y="62554"/>
                </a:cubicBezTo>
                <a:cubicBezTo>
                  <a:pt x="286244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69" y="73865"/>
                  <a:pt x="278490" y="75127"/>
                </a:cubicBezTo>
                <a:cubicBezTo>
                  <a:pt x="278700" y="76380"/>
                  <a:pt x="278810" y="77642"/>
                  <a:pt x="278810" y="78894"/>
                </a:cubicBezTo>
                <a:cubicBezTo>
                  <a:pt x="278810" y="80156"/>
                  <a:pt x="278700" y="81409"/>
                  <a:pt x="278490" y="82671"/>
                </a:cubicBezTo>
                <a:cubicBezTo>
                  <a:pt x="278069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244" y="93881"/>
                  <a:pt x="286664" y="95555"/>
                </a:cubicBezTo>
                <a:cubicBezTo>
                  <a:pt x="286875" y="97018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77" y="103409"/>
                  <a:pt x="281324" y="104040"/>
                </a:cubicBezTo>
                <a:cubicBezTo>
                  <a:pt x="279852" y="104461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74" y="104150"/>
                  <a:pt x="262780" y="105613"/>
                </a:cubicBezTo>
                <a:cubicBezTo>
                  <a:pt x="260467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577" y="92098"/>
                </a:moveTo>
                <a:cubicBezTo>
                  <a:pt x="263932" y="88532"/>
                  <a:pt x="265606" y="84134"/>
                  <a:pt x="265606" y="78894"/>
                </a:cubicBezTo>
                <a:cubicBezTo>
                  <a:pt x="265606" y="73655"/>
                  <a:pt x="263932" y="69357"/>
                  <a:pt x="260577" y="66011"/>
                </a:cubicBezTo>
                <a:cubicBezTo>
                  <a:pt x="257010" y="62444"/>
                  <a:pt x="252612" y="60661"/>
                  <a:pt x="247373" y="60661"/>
                </a:cubicBezTo>
                <a:cubicBezTo>
                  <a:pt x="242133" y="60661"/>
                  <a:pt x="237835" y="62444"/>
                  <a:pt x="234489" y="66011"/>
                </a:cubicBezTo>
                <a:cubicBezTo>
                  <a:pt x="230923" y="69357"/>
                  <a:pt x="229139" y="73655"/>
                  <a:pt x="229139" y="78894"/>
                </a:cubicBezTo>
                <a:cubicBezTo>
                  <a:pt x="229139" y="84134"/>
                  <a:pt x="230923" y="88532"/>
                  <a:pt x="234489" y="92098"/>
                </a:cubicBezTo>
                <a:cubicBezTo>
                  <a:pt x="237835" y="95454"/>
                  <a:pt x="242133" y="97128"/>
                  <a:pt x="247373" y="97128"/>
                </a:cubicBezTo>
                <a:cubicBezTo>
                  <a:pt x="252612" y="97128"/>
                  <a:pt x="257010" y="95454"/>
                  <a:pt x="260577" y="92098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750" dirty="0"/>
          </a:p>
        </p:txBody>
      </p:sp>
      <p:sp>
        <p:nvSpPr>
          <p:cNvPr id="18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06" y="264033"/>
                  <a:pt x="142811" y="263091"/>
                  <a:pt x="141128" y="261208"/>
                </a:cubicBezTo>
                <a:cubicBezTo>
                  <a:pt x="139245" y="259525"/>
                  <a:pt x="138303" y="257330"/>
                  <a:pt x="138303" y="254606"/>
                </a:cubicBezTo>
                <a:cubicBezTo>
                  <a:pt x="138303" y="251881"/>
                  <a:pt x="139245" y="249677"/>
                  <a:pt x="141128" y="248004"/>
                </a:cubicBezTo>
                <a:cubicBezTo>
                  <a:pt x="142811" y="246120"/>
                  <a:pt x="145006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636"/>
                  <a:pt x="236062" y="101636"/>
                  <a:pt x="217828" y="83613"/>
                </a:cubicBezTo>
                <a:cubicBezTo>
                  <a:pt x="199385" y="65590"/>
                  <a:pt x="177074" y="56583"/>
                  <a:pt x="150876" y="56583"/>
                </a:cubicBezTo>
                <a:cubicBezTo>
                  <a:pt x="124678" y="56583"/>
                  <a:pt x="102367" y="65590"/>
                  <a:pt x="83924" y="83613"/>
                </a:cubicBezTo>
                <a:cubicBezTo>
                  <a:pt x="65690" y="101636"/>
                  <a:pt x="56583" y="123636"/>
                  <a:pt x="56583" y="149623"/>
                </a:cubicBezTo>
                <a:lnTo>
                  <a:pt x="56583" y="220032"/>
                </a:lnTo>
                <a:cubicBezTo>
                  <a:pt x="56583" y="221916"/>
                  <a:pt x="55952" y="223379"/>
                  <a:pt x="54690" y="224430"/>
                </a:cubicBezTo>
                <a:cubicBezTo>
                  <a:pt x="53648" y="225683"/>
                  <a:pt x="52176" y="226314"/>
                  <a:pt x="50292" y="226314"/>
                </a:cubicBezTo>
                <a:cubicBezTo>
                  <a:pt x="43379" y="226314"/>
                  <a:pt x="37509" y="223900"/>
                  <a:pt x="32690" y="219081"/>
                </a:cubicBezTo>
                <a:cubicBezTo>
                  <a:pt x="27661" y="214052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98" y="167536"/>
                  <a:pt x="28602" y="163760"/>
                </a:cubicBezTo>
                <a:cubicBezTo>
                  <a:pt x="30696" y="159782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531" y="110222"/>
                  <a:pt x="51234" y="98069"/>
                </a:cubicBezTo>
                <a:cubicBezTo>
                  <a:pt x="57735" y="85917"/>
                  <a:pt x="66011" y="75337"/>
                  <a:pt x="76069" y="66321"/>
                </a:cubicBezTo>
                <a:cubicBezTo>
                  <a:pt x="85917" y="57315"/>
                  <a:pt x="97338" y="50292"/>
                  <a:pt x="110332" y="45263"/>
                </a:cubicBezTo>
                <a:cubicBezTo>
                  <a:pt x="123115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315"/>
                  <a:pt x="225683" y="66321"/>
                </a:cubicBezTo>
                <a:cubicBezTo>
                  <a:pt x="235741" y="75127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56" y="158420"/>
                  <a:pt x="273460" y="162196"/>
                </a:cubicBezTo>
                <a:cubicBezTo>
                  <a:pt x="275554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54" y="211226"/>
                  <a:pt x="273460" y="215003"/>
                </a:cubicBezTo>
                <a:cubicBezTo>
                  <a:pt x="271156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47730" y="264033"/>
                </a:lnTo>
                <a:close/>
                <a:moveTo>
                  <a:pt x="106555" y="170051"/>
                </a:moveTo>
                <a:cubicBezTo>
                  <a:pt x="104671" y="168378"/>
                  <a:pt x="103730" y="166174"/>
                  <a:pt x="103730" y="163449"/>
                </a:cubicBezTo>
                <a:cubicBezTo>
                  <a:pt x="103730" y="160724"/>
                  <a:pt x="104671" y="158520"/>
                  <a:pt x="106555" y="156847"/>
                </a:cubicBezTo>
                <a:cubicBezTo>
                  <a:pt x="108228" y="154963"/>
                  <a:pt x="110432" y="154022"/>
                  <a:pt x="113157" y="154022"/>
                </a:cubicBezTo>
                <a:cubicBezTo>
                  <a:pt x="115882" y="154022"/>
                  <a:pt x="118186" y="154963"/>
                  <a:pt x="120070" y="156847"/>
                </a:cubicBezTo>
                <a:cubicBezTo>
                  <a:pt x="121752" y="158520"/>
                  <a:pt x="122584" y="160724"/>
                  <a:pt x="122584" y="163449"/>
                </a:cubicBezTo>
                <a:cubicBezTo>
                  <a:pt x="122584" y="166174"/>
                  <a:pt x="121643" y="168478"/>
                  <a:pt x="119759" y="170362"/>
                </a:cubicBezTo>
                <a:cubicBezTo>
                  <a:pt x="118086" y="172044"/>
                  <a:pt x="115882" y="172876"/>
                  <a:pt x="113157" y="172876"/>
                </a:cubicBezTo>
                <a:cubicBezTo>
                  <a:pt x="110432" y="172876"/>
                  <a:pt x="108228" y="171935"/>
                  <a:pt x="106555" y="170051"/>
                </a:cubicBezTo>
                <a:close/>
                <a:moveTo>
                  <a:pt x="181993" y="170051"/>
                </a:moveTo>
                <a:cubicBezTo>
                  <a:pt x="180109" y="168378"/>
                  <a:pt x="179168" y="166174"/>
                  <a:pt x="179168" y="163449"/>
                </a:cubicBezTo>
                <a:cubicBezTo>
                  <a:pt x="179168" y="160724"/>
                  <a:pt x="180109" y="158520"/>
                  <a:pt x="181993" y="156847"/>
                </a:cubicBezTo>
                <a:cubicBezTo>
                  <a:pt x="183666" y="154963"/>
                  <a:pt x="185870" y="154022"/>
                  <a:pt x="188595" y="154022"/>
                </a:cubicBezTo>
                <a:cubicBezTo>
                  <a:pt x="191320" y="154022"/>
                  <a:pt x="193624" y="154963"/>
                  <a:pt x="195508" y="156847"/>
                </a:cubicBezTo>
                <a:cubicBezTo>
                  <a:pt x="197190" y="158520"/>
                  <a:pt x="198022" y="160724"/>
                  <a:pt x="198022" y="163449"/>
                </a:cubicBezTo>
                <a:cubicBezTo>
                  <a:pt x="198022" y="166174"/>
                  <a:pt x="197081" y="168478"/>
                  <a:pt x="195197" y="170362"/>
                </a:cubicBezTo>
                <a:cubicBezTo>
                  <a:pt x="193524" y="172044"/>
                  <a:pt x="191320" y="172876"/>
                  <a:pt x="188595" y="172876"/>
                </a:cubicBezTo>
                <a:cubicBezTo>
                  <a:pt x="185870" y="172876"/>
                  <a:pt x="183666" y="171935"/>
                  <a:pt x="181993" y="170051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519"/>
                  <a:pt x="198964" y="93671"/>
                </a:cubicBezTo>
                <a:cubicBezTo>
                  <a:pt x="212379" y="105613"/>
                  <a:pt x="220553" y="120600"/>
                  <a:pt x="223489" y="138614"/>
                </a:cubicBezTo>
                <a:cubicBezTo>
                  <a:pt x="204835" y="138404"/>
                  <a:pt x="187863" y="133173"/>
                  <a:pt x="172566" y="122905"/>
                </a:cubicBezTo>
                <a:cubicBezTo>
                  <a:pt x="157057" y="112636"/>
                  <a:pt x="145115" y="99121"/>
                  <a:pt x="136730" y="82351"/>
                </a:cubicBezTo>
                <a:cubicBezTo>
                  <a:pt x="133374" y="99121"/>
                  <a:pt x="126361" y="114099"/>
                  <a:pt x="115672" y="127303"/>
                </a:cubicBezTo>
                <a:cubicBezTo>
                  <a:pt x="104772" y="140296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750" dirty="0"/>
          </a:p>
        </p:txBody>
      </p:sp>
      <p:sp>
        <p:nvSpPr>
          <p:cNvPr id="20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917" y="215414"/>
                  <a:pt x="62234" y="212488"/>
                </a:cubicBezTo>
                <a:cubicBezTo>
                  <a:pt x="60350" y="209553"/>
                  <a:pt x="59409" y="206298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27"/>
                  <a:pt x="24204" y="117555"/>
                </a:cubicBezTo>
                <a:cubicBezTo>
                  <a:pt x="23363" y="116303"/>
                  <a:pt x="22942" y="114830"/>
                  <a:pt x="22942" y="113157"/>
                </a:cubicBezTo>
                <a:cubicBezTo>
                  <a:pt x="22942" y="111484"/>
                  <a:pt x="23363" y="110011"/>
                  <a:pt x="24204" y="108759"/>
                </a:cubicBezTo>
                <a:cubicBezTo>
                  <a:pt x="25045" y="107287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86"/>
                  <a:pt x="145847" y="41175"/>
                </a:cubicBezTo>
                <a:cubicBezTo>
                  <a:pt x="147310" y="40755"/>
                  <a:pt x="148883" y="40544"/>
                  <a:pt x="150565" y="40544"/>
                </a:cubicBezTo>
                <a:cubicBezTo>
                  <a:pt x="152238" y="40544"/>
                  <a:pt x="153811" y="40755"/>
                  <a:pt x="155274" y="41175"/>
                </a:cubicBezTo>
                <a:cubicBezTo>
                  <a:pt x="156746" y="41386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97"/>
                  <a:pt x="288237" y="208291"/>
                  <a:pt x="286354" y="209974"/>
                </a:cubicBezTo>
                <a:cubicBezTo>
                  <a:pt x="284671" y="211857"/>
                  <a:pt x="282476" y="212799"/>
                  <a:pt x="279752" y="212799"/>
                </a:cubicBezTo>
                <a:cubicBezTo>
                  <a:pt x="277027" y="212799"/>
                  <a:pt x="274823" y="211857"/>
                  <a:pt x="273150" y="209974"/>
                </a:cubicBezTo>
                <a:cubicBezTo>
                  <a:pt x="271266" y="208291"/>
                  <a:pt x="270324" y="206097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298"/>
                  <a:pt x="240880" y="209553"/>
                  <a:pt x="239198" y="212488"/>
                </a:cubicBezTo>
                <a:cubicBezTo>
                  <a:pt x="237314" y="215414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67"/>
                  <a:pt x="155274" y="260887"/>
                </a:cubicBezTo>
                <a:cubicBezTo>
                  <a:pt x="153811" y="261098"/>
                  <a:pt x="152238" y="261208"/>
                  <a:pt x="150565" y="261208"/>
                </a:cubicBezTo>
                <a:cubicBezTo>
                  <a:pt x="148883" y="261208"/>
                  <a:pt x="147310" y="261098"/>
                  <a:pt x="145847" y="260887"/>
                </a:cubicBezTo>
                <a:cubicBezTo>
                  <a:pt x="144384" y="260467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349"/>
                  <a:pt x="155274" y="185770"/>
                </a:cubicBezTo>
                <a:cubicBezTo>
                  <a:pt x="153811" y="185980"/>
                  <a:pt x="152238" y="186080"/>
                  <a:pt x="150565" y="186080"/>
                </a:cubicBezTo>
                <a:cubicBezTo>
                  <a:pt x="148883" y="186080"/>
                  <a:pt x="147420" y="185980"/>
                  <a:pt x="146158" y="185770"/>
                </a:cubicBezTo>
                <a:cubicBezTo>
                  <a:pt x="144695" y="185349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750" dirty="0"/>
          </a:p>
        </p:txBody>
      </p:sp>
      <p:sp>
        <p:nvSpPr>
          <p:cNvPr id="22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608" y="257541"/>
                  <a:pt x="153080" y="257120"/>
                </a:cubicBezTo>
                <a:cubicBezTo>
                  <a:pt x="154332" y="256489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68" y="142912"/>
                  <a:pt x="268431" y="139565"/>
                </a:cubicBezTo>
                <a:cubicBezTo>
                  <a:pt x="269693" y="135999"/>
                  <a:pt x="270324" y="132433"/>
                  <a:pt x="270324" y="128876"/>
                </a:cubicBezTo>
                <a:cubicBezTo>
                  <a:pt x="270324" y="125309"/>
                  <a:pt x="269693" y="121752"/>
                  <a:pt x="268431" y="118186"/>
                </a:cubicBezTo>
                <a:cubicBezTo>
                  <a:pt x="266968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67"/>
                  <a:pt x="196139" y="46205"/>
                </a:cubicBezTo>
                <a:cubicBezTo>
                  <a:pt x="192573" y="44742"/>
                  <a:pt x="189016" y="44010"/>
                  <a:pt x="185449" y="44010"/>
                </a:cubicBezTo>
                <a:cubicBezTo>
                  <a:pt x="181892" y="44010"/>
                  <a:pt x="178436" y="44742"/>
                  <a:pt x="175080" y="46205"/>
                </a:cubicBezTo>
                <a:cubicBezTo>
                  <a:pt x="171514" y="47467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90004"/>
                  <a:pt x="192682" y="93982"/>
                </a:cubicBezTo>
                <a:cubicBezTo>
                  <a:pt x="194776" y="97759"/>
                  <a:pt x="195828" y="101946"/>
                  <a:pt x="195828" y="106555"/>
                </a:cubicBezTo>
                <a:cubicBezTo>
                  <a:pt x="195828" y="114519"/>
                  <a:pt x="192783" y="121542"/>
                  <a:pt x="186711" y="127614"/>
                </a:cubicBezTo>
                <a:cubicBezTo>
                  <a:pt x="180420" y="133694"/>
                  <a:pt x="173297" y="136730"/>
                  <a:pt x="165333" y="136730"/>
                </a:cubicBezTo>
                <a:cubicBezTo>
                  <a:pt x="160093" y="136730"/>
                  <a:pt x="155805" y="135999"/>
                  <a:pt x="152449" y="134536"/>
                </a:cubicBezTo>
                <a:cubicBezTo>
                  <a:pt x="148883" y="132853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4103"/>
                  <a:pt x="99953" y="203683"/>
                </a:cubicBezTo>
                <a:cubicBezTo>
                  <a:pt x="101005" y="203052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830" y="216356"/>
                  <a:pt x="114419" y="217828"/>
                </a:cubicBezTo>
                <a:cubicBezTo>
                  <a:pt x="11378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91"/>
                  <a:pt x="130759" y="269062"/>
                </a:cubicBezTo>
                <a:cubicBezTo>
                  <a:pt x="125309" y="263823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308" y="219191"/>
                  <a:pt x="76700" y="214372"/>
                </a:cubicBezTo>
                <a:cubicBezTo>
                  <a:pt x="71872" y="209343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907" y="161035"/>
                  <a:pt x="43379" y="157478"/>
                </a:cubicBezTo>
                <a:cubicBezTo>
                  <a:pt x="44632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99" y="115251"/>
                  <a:pt x="159993" y="116303"/>
                </a:cubicBezTo>
                <a:cubicBezTo>
                  <a:pt x="161876" y="117135"/>
                  <a:pt x="163760" y="117555"/>
                  <a:pt x="165653" y="117555"/>
                </a:cubicBezTo>
                <a:cubicBezTo>
                  <a:pt x="168378" y="117555"/>
                  <a:pt x="170993" y="116403"/>
                  <a:pt x="173507" y="114099"/>
                </a:cubicBezTo>
                <a:cubicBezTo>
                  <a:pt x="175812" y="111584"/>
                  <a:pt x="176964" y="108969"/>
                  <a:pt x="176964" y="106244"/>
                </a:cubicBezTo>
                <a:cubicBezTo>
                  <a:pt x="176964" y="104982"/>
                  <a:pt x="176653" y="103620"/>
                  <a:pt x="176022" y="102157"/>
                </a:cubicBezTo>
                <a:cubicBezTo>
                  <a:pt x="175181" y="100483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67"/>
                  <a:pt x="117875" y="46205"/>
                </a:cubicBezTo>
                <a:cubicBezTo>
                  <a:pt x="114309" y="44742"/>
                  <a:pt x="110743" y="44010"/>
                  <a:pt x="107186" y="44010"/>
                </a:cubicBezTo>
                <a:cubicBezTo>
                  <a:pt x="103620" y="44010"/>
                  <a:pt x="100163" y="44742"/>
                  <a:pt x="96817" y="46205"/>
                </a:cubicBezTo>
                <a:cubicBezTo>
                  <a:pt x="93251" y="47467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900" y="109280"/>
                  <a:pt x="32059" y="115361"/>
                </a:cubicBezTo>
                <a:cubicBezTo>
                  <a:pt x="31016" y="121222"/>
                  <a:pt x="31638" y="126882"/>
                  <a:pt x="33952" y="132332"/>
                </a:cubicBezTo>
                <a:cubicBezTo>
                  <a:pt x="34994" y="134636"/>
                  <a:pt x="34994" y="137050"/>
                  <a:pt x="33952" y="139565"/>
                </a:cubicBezTo>
                <a:cubicBezTo>
                  <a:pt x="32900" y="141869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801"/>
                  <a:pt x="13204" y="111584"/>
                </a:cubicBezTo>
                <a:cubicBezTo>
                  <a:pt x="14667" y="102157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1016"/>
                  <a:pt x="89584" y="28922"/>
                </a:cubicBezTo>
                <a:cubicBezTo>
                  <a:pt x="95454" y="26609"/>
                  <a:pt x="101425" y="25457"/>
                  <a:pt x="107497" y="25457"/>
                </a:cubicBezTo>
                <a:cubicBezTo>
                  <a:pt x="113578" y="25457"/>
                  <a:pt x="119549" y="26609"/>
                  <a:pt x="125419" y="28922"/>
                </a:cubicBezTo>
                <a:cubicBezTo>
                  <a:pt x="131070" y="31016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1016"/>
                  <a:pt x="167847" y="28922"/>
                </a:cubicBezTo>
                <a:cubicBezTo>
                  <a:pt x="173718" y="26609"/>
                  <a:pt x="179689" y="25457"/>
                  <a:pt x="185770" y="25457"/>
                </a:cubicBezTo>
                <a:cubicBezTo>
                  <a:pt x="191841" y="25457"/>
                  <a:pt x="197812" y="26609"/>
                  <a:pt x="203683" y="28922"/>
                </a:cubicBezTo>
                <a:cubicBezTo>
                  <a:pt x="209343" y="31016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918"/>
                  <a:pt x="285723" y="146789"/>
                </a:cubicBezTo>
                <a:cubicBezTo>
                  <a:pt x="283418" y="152449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59" y="272939"/>
                  <a:pt x="160303" y="274402"/>
                </a:cubicBezTo>
                <a:cubicBezTo>
                  <a:pt x="156746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750" dirty="0"/>
          </a:p>
        </p:txBody>
      </p:sp>
      <p:sp>
        <p:nvSpPr>
          <p:cNvPr id="24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1028" y="181051"/>
                  <a:pt x="141549" y="182103"/>
                  <a:pt x="142390" y="182935"/>
                </a:cubicBezTo>
                <a:cubicBezTo>
                  <a:pt x="143232" y="183776"/>
                  <a:pt x="144274" y="184197"/>
                  <a:pt x="145536" y="184197"/>
                </a:cubicBezTo>
                <a:lnTo>
                  <a:pt x="155594" y="184197"/>
                </a:lnTo>
                <a:cubicBezTo>
                  <a:pt x="156847" y="184197"/>
                  <a:pt x="157899" y="183776"/>
                  <a:pt x="158731" y="182935"/>
                </a:cubicBezTo>
                <a:cubicBezTo>
                  <a:pt x="159572" y="182103"/>
                  <a:pt x="160093" y="181051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84" y="165122"/>
                  <a:pt x="188906" y="164080"/>
                </a:cubicBezTo>
                <a:lnTo>
                  <a:pt x="193624" y="155905"/>
                </a:lnTo>
                <a:cubicBezTo>
                  <a:pt x="194255" y="154854"/>
                  <a:pt x="194465" y="153811"/>
                  <a:pt x="194255" y="152760"/>
                </a:cubicBezTo>
                <a:cubicBezTo>
                  <a:pt x="194255" y="151717"/>
                  <a:pt x="193725" y="150775"/>
                  <a:pt x="192682" y="149934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682" y="121643"/>
                </a:lnTo>
                <a:cubicBezTo>
                  <a:pt x="193725" y="120801"/>
                  <a:pt x="194356" y="119860"/>
                  <a:pt x="194566" y="118817"/>
                </a:cubicBezTo>
                <a:cubicBezTo>
                  <a:pt x="194566" y="117766"/>
                  <a:pt x="194255" y="116723"/>
                  <a:pt x="193624" y="115672"/>
                </a:cubicBezTo>
                <a:lnTo>
                  <a:pt x="188906" y="107497"/>
                </a:lnTo>
                <a:cubicBezTo>
                  <a:pt x="188284" y="106454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093" y="90526"/>
                  <a:pt x="159572" y="89474"/>
                  <a:pt x="158731" y="88642"/>
                </a:cubicBezTo>
                <a:cubicBezTo>
                  <a:pt x="157899" y="87801"/>
                  <a:pt x="156847" y="87380"/>
                  <a:pt x="155594" y="87380"/>
                </a:cubicBezTo>
                <a:lnTo>
                  <a:pt x="145536" y="87380"/>
                </a:lnTo>
                <a:cubicBezTo>
                  <a:pt x="144274" y="87380"/>
                  <a:pt x="143232" y="87801"/>
                  <a:pt x="142390" y="88642"/>
                </a:cubicBezTo>
                <a:cubicBezTo>
                  <a:pt x="141549" y="89474"/>
                  <a:pt x="141028" y="90526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46" y="106454"/>
                  <a:pt x="112215" y="107497"/>
                </a:cubicBezTo>
                <a:lnTo>
                  <a:pt x="107497" y="115672"/>
                </a:lnTo>
                <a:cubicBezTo>
                  <a:pt x="106875" y="116723"/>
                  <a:pt x="106665" y="117766"/>
                  <a:pt x="106875" y="118817"/>
                </a:cubicBezTo>
                <a:cubicBezTo>
                  <a:pt x="106875" y="119860"/>
                  <a:pt x="107396" y="120801"/>
                  <a:pt x="108439" y="12164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439" y="149934"/>
                </a:lnTo>
                <a:cubicBezTo>
                  <a:pt x="107396" y="150775"/>
                  <a:pt x="106875" y="151717"/>
                  <a:pt x="106875" y="152760"/>
                </a:cubicBezTo>
                <a:cubicBezTo>
                  <a:pt x="106665" y="153811"/>
                  <a:pt x="106875" y="154854"/>
                  <a:pt x="107497" y="155905"/>
                </a:cubicBezTo>
                <a:lnTo>
                  <a:pt x="112215" y="164080"/>
                </a:lnTo>
                <a:cubicBezTo>
                  <a:pt x="112846" y="165122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5438" y="222547"/>
                </a:moveTo>
                <a:cubicBezTo>
                  <a:pt x="63496" y="211647"/>
                  <a:pt x="54270" y="198964"/>
                  <a:pt x="47777" y="184508"/>
                </a:cubicBezTo>
                <a:cubicBezTo>
                  <a:pt x="41075" y="169841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327" y="32900"/>
                  <a:pt x="220654" y="48408"/>
                </a:cubicBezTo>
                <a:cubicBezTo>
                  <a:pt x="240771" y="63706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624"/>
                  <a:pt x="275664" y="185139"/>
                </a:cubicBezTo>
                <a:cubicBezTo>
                  <a:pt x="273781" y="187443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835"/>
                  <a:pt x="237003" y="242243"/>
                  <a:pt x="233227" y="245800"/>
                </a:cubicBezTo>
                <a:cubicBezTo>
                  <a:pt x="229670" y="249576"/>
                  <a:pt x="225262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903"/>
                  <a:pt x="187653" y="272098"/>
                  <a:pt x="185770" y="273781"/>
                </a:cubicBezTo>
                <a:cubicBezTo>
                  <a:pt x="184087" y="275664"/>
                  <a:pt x="181892" y="276606"/>
                  <a:pt x="179168" y="276606"/>
                </a:cubicBezTo>
                <a:cubicBezTo>
                  <a:pt x="176443" y="276606"/>
                  <a:pt x="174239" y="275664"/>
                  <a:pt x="172566" y="273781"/>
                </a:cubicBezTo>
                <a:cubicBezTo>
                  <a:pt x="170682" y="272098"/>
                  <a:pt x="169740" y="269903"/>
                  <a:pt x="169740" y="267179"/>
                </a:cubicBezTo>
                <a:lnTo>
                  <a:pt x="169740" y="242033"/>
                </a:lnTo>
                <a:cubicBezTo>
                  <a:pt x="169740" y="239308"/>
                  <a:pt x="170682" y="237104"/>
                  <a:pt x="172566" y="235431"/>
                </a:cubicBezTo>
                <a:cubicBezTo>
                  <a:pt x="174239" y="233547"/>
                  <a:pt x="176443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43"/>
                  <a:pt x="220974" y="174239"/>
                  <a:pt x="222858" y="172566"/>
                </a:cubicBezTo>
                <a:cubicBezTo>
                  <a:pt x="224531" y="170682"/>
                  <a:pt x="226735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79"/>
                  <a:pt x="208712" y="63496"/>
                </a:cubicBezTo>
                <a:cubicBezTo>
                  <a:pt x="191741" y="50502"/>
                  <a:pt x="172456" y="44010"/>
                  <a:pt x="150876" y="44010"/>
                </a:cubicBezTo>
                <a:cubicBezTo>
                  <a:pt x="124678" y="44010"/>
                  <a:pt x="102468" y="53117"/>
                  <a:pt x="84244" y="71351"/>
                </a:cubicBezTo>
                <a:cubicBezTo>
                  <a:pt x="65800" y="89373"/>
                  <a:pt x="56583" y="111484"/>
                  <a:pt x="56583" y="137672"/>
                </a:cubicBezTo>
                <a:cubicBezTo>
                  <a:pt x="56583" y="151086"/>
                  <a:pt x="59299" y="163870"/>
                  <a:pt x="64749" y="176022"/>
                </a:cubicBezTo>
                <a:cubicBezTo>
                  <a:pt x="70409" y="188174"/>
                  <a:pt x="78263" y="198964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903"/>
                  <a:pt x="93351" y="272098"/>
                  <a:pt x="91467" y="273781"/>
                </a:cubicBezTo>
                <a:cubicBezTo>
                  <a:pt x="89794" y="275664"/>
                  <a:pt x="87590" y="276606"/>
                  <a:pt x="84865" y="276606"/>
                </a:cubicBezTo>
                <a:cubicBezTo>
                  <a:pt x="82141" y="276606"/>
                  <a:pt x="79946" y="275664"/>
                  <a:pt x="78263" y="273781"/>
                </a:cubicBezTo>
                <a:cubicBezTo>
                  <a:pt x="76380" y="272098"/>
                  <a:pt x="75438" y="269903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750" dirty="0"/>
          </a:p>
        </p:txBody>
      </p:sp>
      <p:sp>
        <p:nvSpPr>
          <p:cNvPr id="26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771" y="276606"/>
                  <a:pt x="34363" y="274722"/>
                  <a:pt x="30806" y="270946"/>
                </a:cubicBezTo>
                <a:cubicBezTo>
                  <a:pt x="27030" y="267389"/>
                  <a:pt x="25146" y="262981"/>
                  <a:pt x="25146" y="257751"/>
                </a:cubicBezTo>
                <a:lnTo>
                  <a:pt x="25146" y="137992"/>
                </a:lnTo>
                <a:cubicBezTo>
                  <a:pt x="25146" y="134216"/>
                  <a:pt x="26198" y="130659"/>
                  <a:pt x="28292" y="127303"/>
                </a:cubicBezTo>
                <a:cubicBezTo>
                  <a:pt x="30386" y="124157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134" y="92620"/>
                  <a:pt x="109070" y="94302"/>
                </a:cubicBezTo>
                <a:cubicBezTo>
                  <a:pt x="111795" y="96186"/>
                  <a:pt x="113157" y="98801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098"/>
                  <a:pt x="171935" y="93982"/>
                </a:cubicBezTo>
                <a:cubicBezTo>
                  <a:pt x="174660" y="95866"/>
                  <a:pt x="176022" y="98490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81"/>
                  <a:pt x="274722" y="267389"/>
                  <a:pt x="270946" y="270946"/>
                </a:cubicBezTo>
                <a:cubicBezTo>
                  <a:pt x="267389" y="274722"/>
                  <a:pt x="262981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594"/>
                </a:lnTo>
                <a:lnTo>
                  <a:pt x="157167" y="144594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124"/>
                  <a:pt x="234800" y="27661"/>
                </a:cubicBezTo>
                <a:cubicBezTo>
                  <a:pt x="236473" y="25987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63" y="25146"/>
                  <a:pt x="260156" y="25987"/>
                  <a:pt x="261829" y="27661"/>
                </a:cubicBezTo>
                <a:cubicBezTo>
                  <a:pt x="263512" y="29124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750" dirty="0"/>
          </a:p>
        </p:txBody>
      </p:sp>
      <p:sp>
        <p:nvSpPr>
          <p:cNvPr id="28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750" dirty="0"/>
          </a:p>
        </p:txBody>
      </p:sp>
      <p:sp>
        <p:nvSpPr>
          <p:cNvPr id="30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20"/>
                  <a:pt x="119448" y="123316"/>
                  <a:pt x="121332" y="121643"/>
                </a:cubicBezTo>
                <a:cubicBezTo>
                  <a:pt x="123005" y="119759"/>
                  <a:pt x="125209" y="118817"/>
                  <a:pt x="127934" y="118817"/>
                </a:cubicBezTo>
                <a:lnTo>
                  <a:pt x="173507" y="118817"/>
                </a:lnTo>
                <a:cubicBezTo>
                  <a:pt x="176232" y="118817"/>
                  <a:pt x="178436" y="119759"/>
                  <a:pt x="180109" y="121643"/>
                </a:cubicBezTo>
                <a:cubicBezTo>
                  <a:pt x="181993" y="123316"/>
                  <a:pt x="182935" y="125520"/>
                  <a:pt x="182935" y="128245"/>
                </a:cubicBezTo>
                <a:lnTo>
                  <a:pt x="182935" y="173818"/>
                </a:lnTo>
                <a:cubicBezTo>
                  <a:pt x="182935" y="176543"/>
                  <a:pt x="181993" y="178747"/>
                  <a:pt x="180109" y="180420"/>
                </a:cubicBezTo>
                <a:cubicBezTo>
                  <a:pt x="178436" y="182313"/>
                  <a:pt x="176232" y="183255"/>
                  <a:pt x="173507" y="183255"/>
                </a:cubicBezTo>
                <a:lnTo>
                  <a:pt x="127934" y="183255"/>
                </a:lnTo>
                <a:cubicBezTo>
                  <a:pt x="125209" y="183255"/>
                  <a:pt x="123005" y="182313"/>
                  <a:pt x="121332" y="180420"/>
                </a:cubicBezTo>
                <a:cubicBezTo>
                  <a:pt x="119448" y="178747"/>
                  <a:pt x="118497" y="176543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22" y="188595"/>
                  <a:pt x="42227" y="187653"/>
                  <a:pt x="40544" y="185770"/>
                </a:cubicBezTo>
                <a:cubicBezTo>
                  <a:pt x="38661" y="184087"/>
                  <a:pt x="37719" y="181892"/>
                  <a:pt x="37719" y="179168"/>
                </a:cubicBezTo>
                <a:cubicBezTo>
                  <a:pt x="37719" y="176443"/>
                  <a:pt x="38661" y="174239"/>
                  <a:pt x="40544" y="172566"/>
                </a:cubicBezTo>
                <a:cubicBezTo>
                  <a:pt x="42227" y="170682"/>
                  <a:pt x="44422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22" y="130759"/>
                  <a:pt x="42227" y="129817"/>
                  <a:pt x="40544" y="127934"/>
                </a:cubicBezTo>
                <a:cubicBezTo>
                  <a:pt x="38661" y="126251"/>
                  <a:pt x="37719" y="124057"/>
                  <a:pt x="37719" y="121332"/>
                </a:cubicBezTo>
                <a:cubicBezTo>
                  <a:pt x="37719" y="118607"/>
                  <a:pt x="38661" y="116403"/>
                  <a:pt x="40544" y="114730"/>
                </a:cubicBezTo>
                <a:cubicBezTo>
                  <a:pt x="42227" y="112846"/>
                  <a:pt x="44422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22"/>
                  <a:pt x="114099" y="42227"/>
                  <a:pt x="115982" y="40544"/>
                </a:cubicBezTo>
                <a:cubicBezTo>
                  <a:pt x="117665" y="38661"/>
                  <a:pt x="119860" y="37719"/>
                  <a:pt x="122584" y="37719"/>
                </a:cubicBezTo>
                <a:cubicBezTo>
                  <a:pt x="125309" y="37719"/>
                  <a:pt x="127614" y="38661"/>
                  <a:pt x="129506" y="40544"/>
                </a:cubicBezTo>
                <a:cubicBezTo>
                  <a:pt x="131180" y="42227"/>
                  <a:pt x="132021" y="44422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22"/>
                  <a:pt x="171935" y="42227"/>
                  <a:pt x="173818" y="40544"/>
                </a:cubicBezTo>
                <a:cubicBezTo>
                  <a:pt x="175501" y="38661"/>
                  <a:pt x="177695" y="37719"/>
                  <a:pt x="180420" y="37719"/>
                </a:cubicBezTo>
                <a:cubicBezTo>
                  <a:pt x="183145" y="37719"/>
                  <a:pt x="185449" y="38661"/>
                  <a:pt x="187342" y="40544"/>
                </a:cubicBezTo>
                <a:cubicBezTo>
                  <a:pt x="189016" y="42227"/>
                  <a:pt x="189857" y="44422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330" y="111904"/>
                  <a:pt x="259525" y="112846"/>
                  <a:pt x="261208" y="114730"/>
                </a:cubicBezTo>
                <a:cubicBezTo>
                  <a:pt x="263091" y="116403"/>
                  <a:pt x="264033" y="118607"/>
                  <a:pt x="264033" y="121332"/>
                </a:cubicBezTo>
                <a:cubicBezTo>
                  <a:pt x="264033" y="124057"/>
                  <a:pt x="263091" y="126361"/>
                  <a:pt x="261208" y="128245"/>
                </a:cubicBezTo>
                <a:cubicBezTo>
                  <a:pt x="259525" y="129918"/>
                  <a:pt x="257330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330" y="169740"/>
                  <a:pt x="259525" y="170682"/>
                  <a:pt x="261208" y="172566"/>
                </a:cubicBezTo>
                <a:cubicBezTo>
                  <a:pt x="263091" y="174239"/>
                  <a:pt x="264033" y="176443"/>
                  <a:pt x="264033" y="179168"/>
                </a:cubicBezTo>
                <a:cubicBezTo>
                  <a:pt x="264033" y="181892"/>
                  <a:pt x="263091" y="184197"/>
                  <a:pt x="261208" y="186080"/>
                </a:cubicBezTo>
                <a:cubicBezTo>
                  <a:pt x="259525" y="187754"/>
                  <a:pt x="257330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330"/>
                  <a:pt x="188906" y="259525"/>
                  <a:pt x="187022" y="261208"/>
                </a:cubicBezTo>
                <a:cubicBezTo>
                  <a:pt x="185349" y="263091"/>
                  <a:pt x="183145" y="264033"/>
                  <a:pt x="180420" y="264033"/>
                </a:cubicBezTo>
                <a:cubicBezTo>
                  <a:pt x="177695" y="264033"/>
                  <a:pt x="175501" y="263091"/>
                  <a:pt x="173818" y="261208"/>
                </a:cubicBezTo>
                <a:cubicBezTo>
                  <a:pt x="171935" y="259525"/>
                  <a:pt x="170993" y="257330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330"/>
                  <a:pt x="131070" y="259525"/>
                  <a:pt x="129186" y="261208"/>
                </a:cubicBezTo>
                <a:cubicBezTo>
                  <a:pt x="127513" y="263091"/>
                  <a:pt x="125309" y="264033"/>
                  <a:pt x="122584" y="264033"/>
                </a:cubicBezTo>
                <a:cubicBezTo>
                  <a:pt x="119860" y="264033"/>
                  <a:pt x="117665" y="263091"/>
                  <a:pt x="115982" y="261208"/>
                </a:cubicBezTo>
                <a:cubicBezTo>
                  <a:pt x="114099" y="259525"/>
                  <a:pt x="113157" y="257330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750" dirty="0"/>
          </a:p>
        </p:txBody>
      </p:sp>
      <p:sp>
        <p:nvSpPr>
          <p:cNvPr id="32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38"/>
                </a:lnTo>
                <a:lnTo>
                  <a:pt x="264033" y="75438"/>
                </a:lnTo>
                <a:cubicBezTo>
                  <a:pt x="266758" y="75438"/>
                  <a:pt x="268962" y="76380"/>
                  <a:pt x="270635" y="78263"/>
                </a:cubicBezTo>
                <a:cubicBezTo>
                  <a:pt x="272519" y="79946"/>
                  <a:pt x="273460" y="82141"/>
                  <a:pt x="273460" y="84865"/>
                </a:cubicBezTo>
                <a:cubicBezTo>
                  <a:pt x="273460" y="87590"/>
                  <a:pt x="272519" y="89794"/>
                  <a:pt x="270635" y="91467"/>
                </a:cubicBezTo>
                <a:cubicBezTo>
                  <a:pt x="268962" y="93351"/>
                  <a:pt x="266758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33" y="141449"/>
                </a:lnTo>
                <a:cubicBezTo>
                  <a:pt x="266758" y="141449"/>
                  <a:pt x="269062" y="142390"/>
                  <a:pt x="270946" y="144274"/>
                </a:cubicBezTo>
                <a:cubicBezTo>
                  <a:pt x="272628" y="145947"/>
                  <a:pt x="273460" y="148151"/>
                  <a:pt x="273460" y="150876"/>
                </a:cubicBezTo>
                <a:cubicBezTo>
                  <a:pt x="273460" y="153601"/>
                  <a:pt x="272519" y="155905"/>
                  <a:pt x="270635" y="157789"/>
                </a:cubicBezTo>
                <a:cubicBezTo>
                  <a:pt x="268962" y="159471"/>
                  <a:pt x="266758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33" y="207459"/>
                </a:lnTo>
                <a:cubicBezTo>
                  <a:pt x="266758" y="207459"/>
                  <a:pt x="269062" y="208401"/>
                  <a:pt x="270946" y="210285"/>
                </a:cubicBezTo>
                <a:cubicBezTo>
                  <a:pt x="272628" y="211958"/>
                  <a:pt x="273460" y="214162"/>
                  <a:pt x="273460" y="216887"/>
                </a:cubicBezTo>
                <a:cubicBezTo>
                  <a:pt x="273460" y="219611"/>
                  <a:pt x="272519" y="221916"/>
                  <a:pt x="270635" y="223799"/>
                </a:cubicBezTo>
                <a:cubicBezTo>
                  <a:pt x="268962" y="225473"/>
                  <a:pt x="266758" y="226314"/>
                  <a:pt x="264033" y="226314"/>
                </a:cubicBezTo>
                <a:lnTo>
                  <a:pt x="254606" y="226314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824" y="226314"/>
                  <a:pt x="141028" y="225372"/>
                  <a:pt x="142701" y="223489"/>
                </a:cubicBezTo>
                <a:cubicBezTo>
                  <a:pt x="144594" y="221806"/>
                  <a:pt x="145536" y="219611"/>
                  <a:pt x="145536" y="216887"/>
                </a:cubicBezTo>
                <a:lnTo>
                  <a:pt x="145536" y="172876"/>
                </a:lnTo>
                <a:cubicBezTo>
                  <a:pt x="145536" y="170152"/>
                  <a:pt x="144594" y="167957"/>
                  <a:pt x="142701" y="166274"/>
                </a:cubicBezTo>
                <a:cubicBezTo>
                  <a:pt x="141028" y="164391"/>
                  <a:pt x="138824" y="163449"/>
                  <a:pt x="136099" y="163449"/>
                </a:cubicBezTo>
                <a:lnTo>
                  <a:pt x="75438" y="163449"/>
                </a:lnTo>
                <a:cubicBezTo>
                  <a:pt x="72713" y="163449"/>
                  <a:pt x="70509" y="164391"/>
                  <a:pt x="68836" y="166274"/>
                </a:cubicBezTo>
                <a:cubicBezTo>
                  <a:pt x="66952" y="167957"/>
                  <a:pt x="66011" y="170152"/>
                  <a:pt x="66011" y="172876"/>
                </a:cubicBezTo>
                <a:lnTo>
                  <a:pt x="66011" y="216887"/>
                </a:lnTo>
                <a:cubicBezTo>
                  <a:pt x="66011" y="219611"/>
                  <a:pt x="66952" y="221806"/>
                  <a:pt x="68836" y="223489"/>
                </a:cubicBezTo>
                <a:cubicBezTo>
                  <a:pt x="70509" y="225372"/>
                  <a:pt x="72713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75" y="120701"/>
                  <a:pt x="212379" y="119759"/>
                  <a:pt x="214052" y="117875"/>
                </a:cubicBezTo>
                <a:cubicBezTo>
                  <a:pt x="215945" y="116193"/>
                  <a:pt x="216887" y="113998"/>
                  <a:pt x="216887" y="111273"/>
                </a:cubicBezTo>
                <a:lnTo>
                  <a:pt x="216887" y="84865"/>
                </a:lnTo>
                <a:cubicBezTo>
                  <a:pt x="216887" y="82141"/>
                  <a:pt x="215945" y="79946"/>
                  <a:pt x="214052" y="78263"/>
                </a:cubicBezTo>
                <a:cubicBezTo>
                  <a:pt x="212379" y="76380"/>
                  <a:pt x="210175" y="75438"/>
                  <a:pt x="207459" y="75438"/>
                </a:cubicBezTo>
                <a:lnTo>
                  <a:pt x="164391" y="75438"/>
                </a:lnTo>
                <a:cubicBezTo>
                  <a:pt x="161666" y="75438"/>
                  <a:pt x="159471" y="76380"/>
                  <a:pt x="157789" y="78263"/>
                </a:cubicBezTo>
                <a:cubicBezTo>
                  <a:pt x="155905" y="79946"/>
                  <a:pt x="154963" y="82141"/>
                  <a:pt x="154963" y="84865"/>
                </a:cubicBezTo>
                <a:lnTo>
                  <a:pt x="154963" y="111273"/>
                </a:lnTo>
                <a:cubicBezTo>
                  <a:pt x="154963" y="113998"/>
                  <a:pt x="155905" y="116193"/>
                  <a:pt x="157789" y="117875"/>
                </a:cubicBezTo>
                <a:cubicBezTo>
                  <a:pt x="159471" y="119759"/>
                  <a:pt x="161666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824" y="154022"/>
                  <a:pt x="141028" y="153080"/>
                  <a:pt x="142701" y="151187"/>
                </a:cubicBezTo>
                <a:cubicBezTo>
                  <a:pt x="144594" y="149514"/>
                  <a:pt x="145536" y="147310"/>
                  <a:pt x="145536" y="144594"/>
                </a:cubicBezTo>
                <a:lnTo>
                  <a:pt x="145536" y="84865"/>
                </a:lnTo>
                <a:cubicBezTo>
                  <a:pt x="145536" y="82141"/>
                  <a:pt x="144594" y="79946"/>
                  <a:pt x="142701" y="78263"/>
                </a:cubicBezTo>
                <a:cubicBezTo>
                  <a:pt x="141028" y="76380"/>
                  <a:pt x="138824" y="75438"/>
                  <a:pt x="136099" y="75438"/>
                </a:cubicBezTo>
                <a:lnTo>
                  <a:pt x="75438" y="75438"/>
                </a:lnTo>
                <a:cubicBezTo>
                  <a:pt x="72713" y="75438"/>
                  <a:pt x="70509" y="76380"/>
                  <a:pt x="68836" y="78263"/>
                </a:cubicBezTo>
                <a:cubicBezTo>
                  <a:pt x="66952" y="79946"/>
                  <a:pt x="66011" y="82141"/>
                  <a:pt x="66011" y="84865"/>
                </a:cubicBezTo>
                <a:lnTo>
                  <a:pt x="66011" y="144594"/>
                </a:lnTo>
                <a:cubicBezTo>
                  <a:pt x="66011" y="147310"/>
                  <a:pt x="66952" y="149514"/>
                  <a:pt x="68836" y="151187"/>
                </a:cubicBezTo>
                <a:cubicBezTo>
                  <a:pt x="70509" y="153080"/>
                  <a:pt x="72713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75" y="226314"/>
                  <a:pt x="212379" y="225372"/>
                  <a:pt x="214052" y="223489"/>
                </a:cubicBezTo>
                <a:cubicBezTo>
                  <a:pt x="215945" y="221806"/>
                  <a:pt x="216887" y="219611"/>
                  <a:pt x="216887" y="216887"/>
                </a:cubicBezTo>
                <a:lnTo>
                  <a:pt x="216887" y="139565"/>
                </a:lnTo>
                <a:cubicBezTo>
                  <a:pt x="216887" y="136840"/>
                  <a:pt x="215945" y="134636"/>
                  <a:pt x="214052" y="132963"/>
                </a:cubicBezTo>
                <a:cubicBezTo>
                  <a:pt x="212379" y="131070"/>
                  <a:pt x="210175" y="130128"/>
                  <a:pt x="207459" y="130128"/>
                </a:cubicBezTo>
                <a:lnTo>
                  <a:pt x="164391" y="130128"/>
                </a:lnTo>
                <a:cubicBezTo>
                  <a:pt x="161666" y="130128"/>
                  <a:pt x="159471" y="131070"/>
                  <a:pt x="157789" y="132963"/>
                </a:cubicBezTo>
                <a:cubicBezTo>
                  <a:pt x="155905" y="134636"/>
                  <a:pt x="154963" y="136840"/>
                  <a:pt x="154963" y="139565"/>
                </a:cubicBezTo>
                <a:lnTo>
                  <a:pt x="154963" y="216887"/>
                </a:lnTo>
                <a:cubicBezTo>
                  <a:pt x="154963" y="219611"/>
                  <a:pt x="155905" y="221806"/>
                  <a:pt x="157789" y="223489"/>
                </a:cubicBezTo>
                <a:cubicBezTo>
                  <a:pt x="159471" y="225372"/>
                  <a:pt x="161666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750" dirty="0"/>
          </a:p>
        </p:txBody>
      </p:sp>
      <p:sp>
        <p:nvSpPr>
          <p:cNvPr id="34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99" y="262671"/>
                  <a:pt x="56583" y="259946"/>
                </a:cubicBezTo>
                <a:cubicBezTo>
                  <a:pt x="53648" y="257010"/>
                  <a:pt x="52176" y="253453"/>
                  <a:pt x="52176" y="249256"/>
                </a:cubicBezTo>
                <a:cubicBezTo>
                  <a:pt x="52176" y="245068"/>
                  <a:pt x="53648" y="241612"/>
                  <a:pt x="56583" y="238887"/>
                </a:cubicBezTo>
                <a:cubicBezTo>
                  <a:pt x="59299" y="235952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67"/>
                  <a:pt x="43059" y="108128"/>
                </a:cubicBezTo>
                <a:cubicBezTo>
                  <a:pt x="39292" y="102678"/>
                  <a:pt x="37408" y="95555"/>
                  <a:pt x="37408" y="86758"/>
                </a:cubicBezTo>
                <a:cubicBezTo>
                  <a:pt x="37408" y="76901"/>
                  <a:pt x="41075" y="68415"/>
                  <a:pt x="48408" y="61292"/>
                </a:cubicBezTo>
                <a:cubicBezTo>
                  <a:pt x="55532" y="53959"/>
                  <a:pt x="64017" y="50292"/>
                  <a:pt x="73865" y="50292"/>
                </a:cubicBezTo>
                <a:cubicBezTo>
                  <a:pt x="83082" y="50292"/>
                  <a:pt x="90736" y="52807"/>
                  <a:pt x="96817" y="57836"/>
                </a:cubicBezTo>
                <a:cubicBezTo>
                  <a:pt x="102888" y="62655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89" y="50292"/>
                  <a:pt x="170362" y="52176"/>
                </a:cubicBezTo>
                <a:cubicBezTo>
                  <a:pt x="171834" y="53858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200016" y="32790"/>
                  <a:pt x="202741" y="32379"/>
                </a:cubicBezTo>
                <a:cubicBezTo>
                  <a:pt x="205255" y="31748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512" y="59719"/>
                  <a:pt x="264344" y="61612"/>
                </a:cubicBezTo>
                <a:cubicBezTo>
                  <a:pt x="264975" y="63496"/>
                  <a:pt x="264765" y="65480"/>
                  <a:pt x="263722" y="67583"/>
                </a:cubicBezTo>
                <a:cubicBezTo>
                  <a:pt x="262671" y="69677"/>
                  <a:pt x="261208" y="70930"/>
                  <a:pt x="259315" y="71351"/>
                </a:cubicBezTo>
                <a:cubicBezTo>
                  <a:pt x="257221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526"/>
                  <a:pt x="259315" y="102157"/>
                </a:cubicBezTo>
                <a:cubicBezTo>
                  <a:pt x="261208" y="102577"/>
                  <a:pt x="262671" y="103830"/>
                  <a:pt x="263722" y="105924"/>
                </a:cubicBezTo>
                <a:cubicBezTo>
                  <a:pt x="264765" y="108027"/>
                  <a:pt x="264975" y="110121"/>
                  <a:pt x="264344" y="112215"/>
                </a:cubicBezTo>
                <a:cubicBezTo>
                  <a:pt x="263512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59"/>
                  <a:pt x="203372" y="141759"/>
                </a:cubicBezTo>
                <a:cubicBezTo>
                  <a:pt x="200647" y="141549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834" y="120801"/>
                  <a:pt x="170362" y="122274"/>
                </a:cubicBezTo>
                <a:cubicBezTo>
                  <a:pt x="168689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817" y="101316"/>
                  <a:pt x="106555" y="104040"/>
                </a:cubicBezTo>
                <a:cubicBezTo>
                  <a:pt x="105092" y="106555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611" y="235952"/>
                  <a:pt x="211537" y="238887"/>
                </a:cubicBezTo>
                <a:cubicBezTo>
                  <a:pt x="214262" y="241612"/>
                  <a:pt x="215625" y="245068"/>
                  <a:pt x="215625" y="249256"/>
                </a:cubicBezTo>
                <a:cubicBezTo>
                  <a:pt x="215625" y="253453"/>
                  <a:pt x="214262" y="257010"/>
                  <a:pt x="211537" y="259946"/>
                </a:cubicBezTo>
                <a:cubicBezTo>
                  <a:pt x="208611" y="262671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750" dirty="0"/>
          </a:p>
        </p:txBody>
      </p:sp>
      <p:sp>
        <p:nvSpPr>
          <p:cNvPr id="36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648" y="245178"/>
                  <a:pt x="249156" y="243395"/>
                  <a:pt x="252722" y="239829"/>
                </a:cubicBezTo>
                <a:cubicBezTo>
                  <a:pt x="256279" y="236062"/>
                  <a:pt x="258062" y="231554"/>
                  <a:pt x="258062" y="226314"/>
                </a:cubicBezTo>
                <a:cubicBezTo>
                  <a:pt x="258062" y="221074"/>
                  <a:pt x="256279" y="216676"/>
                  <a:pt x="252722" y="213110"/>
                </a:cubicBezTo>
                <a:cubicBezTo>
                  <a:pt x="249156" y="209343"/>
                  <a:pt x="244648" y="207459"/>
                  <a:pt x="239198" y="207459"/>
                </a:cubicBezTo>
                <a:lnTo>
                  <a:pt x="63176" y="207459"/>
                </a:lnTo>
                <a:cubicBezTo>
                  <a:pt x="57936" y="207459"/>
                  <a:pt x="53438" y="209343"/>
                  <a:pt x="49661" y="213110"/>
                </a:cubicBezTo>
                <a:cubicBezTo>
                  <a:pt x="46104" y="216676"/>
                  <a:pt x="44321" y="221074"/>
                  <a:pt x="44321" y="226314"/>
                </a:cubicBezTo>
                <a:cubicBezTo>
                  <a:pt x="44321" y="231554"/>
                  <a:pt x="46104" y="236062"/>
                  <a:pt x="49661" y="239829"/>
                </a:cubicBezTo>
                <a:cubicBezTo>
                  <a:pt x="53438" y="243395"/>
                  <a:pt x="57936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180" y="163449"/>
                  <a:pt x="117976" y="162507"/>
                  <a:pt x="116303" y="160624"/>
                </a:cubicBezTo>
                <a:cubicBezTo>
                  <a:pt x="114419" y="158941"/>
                  <a:pt x="113468" y="156746"/>
                  <a:pt x="113468" y="154022"/>
                </a:cubicBezTo>
                <a:lnTo>
                  <a:pt x="113468" y="47146"/>
                </a:lnTo>
                <a:cubicBezTo>
                  <a:pt x="113468" y="44422"/>
                  <a:pt x="114419" y="42227"/>
                  <a:pt x="116303" y="40544"/>
                </a:cubicBezTo>
                <a:cubicBezTo>
                  <a:pt x="117976" y="38661"/>
                  <a:pt x="120180" y="37719"/>
                  <a:pt x="122905" y="37719"/>
                </a:cubicBezTo>
                <a:lnTo>
                  <a:pt x="229770" y="37719"/>
                </a:lnTo>
                <a:cubicBezTo>
                  <a:pt x="232495" y="37719"/>
                  <a:pt x="234699" y="38661"/>
                  <a:pt x="236372" y="40544"/>
                </a:cubicBezTo>
                <a:cubicBezTo>
                  <a:pt x="238256" y="42227"/>
                  <a:pt x="239198" y="44422"/>
                  <a:pt x="239198" y="47146"/>
                </a:cubicBezTo>
                <a:lnTo>
                  <a:pt x="239198" y="154022"/>
                </a:lnTo>
                <a:cubicBezTo>
                  <a:pt x="239198" y="156746"/>
                  <a:pt x="238256" y="158941"/>
                  <a:pt x="236372" y="160624"/>
                </a:cubicBezTo>
                <a:cubicBezTo>
                  <a:pt x="234699" y="162507"/>
                  <a:pt x="232495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538" y="135157"/>
                  <a:pt x="29334" y="134325"/>
                  <a:pt x="27661" y="132643"/>
                </a:cubicBezTo>
                <a:cubicBezTo>
                  <a:pt x="25777" y="130759"/>
                  <a:pt x="24835" y="128455"/>
                  <a:pt x="24835" y="125730"/>
                </a:cubicBezTo>
                <a:cubicBezTo>
                  <a:pt x="24835" y="123005"/>
                  <a:pt x="25777" y="120801"/>
                  <a:pt x="27661" y="119128"/>
                </a:cubicBezTo>
                <a:cubicBezTo>
                  <a:pt x="29334" y="117244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90" y="116303"/>
                  <a:pt x="89794" y="117244"/>
                  <a:pt x="91467" y="119128"/>
                </a:cubicBezTo>
                <a:cubicBezTo>
                  <a:pt x="93351" y="120801"/>
                  <a:pt x="94302" y="123005"/>
                  <a:pt x="94302" y="125730"/>
                </a:cubicBezTo>
                <a:cubicBezTo>
                  <a:pt x="94302" y="128455"/>
                  <a:pt x="93351" y="130759"/>
                  <a:pt x="91467" y="132643"/>
                </a:cubicBezTo>
                <a:cubicBezTo>
                  <a:pt x="89794" y="134325"/>
                  <a:pt x="87590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087" y="97438"/>
                  <a:pt x="197401" y="96497"/>
                  <a:pt x="199284" y="94613"/>
                </a:cubicBezTo>
                <a:cubicBezTo>
                  <a:pt x="200958" y="92940"/>
                  <a:pt x="201799" y="90736"/>
                  <a:pt x="201799" y="88011"/>
                </a:cubicBezTo>
                <a:cubicBezTo>
                  <a:pt x="201799" y="85286"/>
                  <a:pt x="200958" y="83082"/>
                  <a:pt x="199284" y="81409"/>
                </a:cubicBezTo>
                <a:cubicBezTo>
                  <a:pt x="197401" y="79525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79" y="78584"/>
                  <a:pt x="155274" y="79416"/>
                  <a:pt x="153391" y="81098"/>
                </a:cubicBezTo>
                <a:cubicBezTo>
                  <a:pt x="151717" y="82982"/>
                  <a:pt x="150876" y="85286"/>
                  <a:pt x="150876" y="88011"/>
                </a:cubicBezTo>
                <a:cubicBezTo>
                  <a:pt x="150876" y="90736"/>
                  <a:pt x="151818" y="93040"/>
                  <a:pt x="153701" y="94924"/>
                </a:cubicBezTo>
                <a:cubicBezTo>
                  <a:pt x="155384" y="96606"/>
                  <a:pt x="157579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315" y="97438"/>
                  <a:pt x="55010" y="96497"/>
                  <a:pt x="53117" y="94613"/>
                </a:cubicBezTo>
                <a:cubicBezTo>
                  <a:pt x="51444" y="92940"/>
                  <a:pt x="50603" y="90736"/>
                  <a:pt x="50603" y="88011"/>
                </a:cubicBezTo>
                <a:cubicBezTo>
                  <a:pt x="50603" y="85286"/>
                  <a:pt x="51554" y="83082"/>
                  <a:pt x="53438" y="81409"/>
                </a:cubicBezTo>
                <a:cubicBezTo>
                  <a:pt x="55111" y="79525"/>
                  <a:pt x="57315" y="78584"/>
                  <a:pt x="60040" y="78584"/>
                </a:cubicBezTo>
                <a:lnTo>
                  <a:pt x="87380" y="78584"/>
                </a:lnTo>
                <a:cubicBezTo>
                  <a:pt x="90105" y="78584"/>
                  <a:pt x="92409" y="79416"/>
                  <a:pt x="94302" y="81098"/>
                </a:cubicBezTo>
                <a:cubicBezTo>
                  <a:pt x="95975" y="82982"/>
                  <a:pt x="96817" y="85286"/>
                  <a:pt x="96817" y="88011"/>
                </a:cubicBezTo>
                <a:cubicBezTo>
                  <a:pt x="96817" y="90736"/>
                  <a:pt x="95975" y="93040"/>
                  <a:pt x="94302" y="94924"/>
                </a:cubicBezTo>
                <a:cubicBezTo>
                  <a:pt x="92409" y="96606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750" dirty="0"/>
          </a:p>
        </p:txBody>
      </p:sp>
      <p:sp>
        <p:nvSpPr>
          <p:cNvPr id="38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46" y="185449"/>
                  <a:pt x="73655" y="178326"/>
                  <a:pt x="59409" y="164080"/>
                </a:cubicBezTo>
                <a:cubicBezTo>
                  <a:pt x="45162" y="150035"/>
                  <a:pt x="38030" y="132853"/>
                  <a:pt x="38030" y="112526"/>
                </a:cubicBezTo>
                <a:cubicBezTo>
                  <a:pt x="38030" y="108338"/>
                  <a:pt x="38350" y="104461"/>
                  <a:pt x="38981" y="100895"/>
                </a:cubicBezTo>
                <a:cubicBezTo>
                  <a:pt x="39603" y="97128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78" y="84033"/>
                  <a:pt x="49350" y="83613"/>
                </a:cubicBezTo>
                <a:cubicBezTo>
                  <a:pt x="50813" y="83192"/>
                  <a:pt x="52285" y="83192"/>
                  <a:pt x="53748" y="83613"/>
                </a:cubicBezTo>
                <a:cubicBezTo>
                  <a:pt x="55221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924" y="56263"/>
                  <a:pt x="83082" y="54901"/>
                  <a:pt x="82671" y="53438"/>
                </a:cubicBezTo>
                <a:cubicBezTo>
                  <a:pt x="82250" y="51965"/>
                  <a:pt x="82250" y="50502"/>
                  <a:pt x="82671" y="49039"/>
                </a:cubicBezTo>
                <a:cubicBezTo>
                  <a:pt x="83082" y="47567"/>
                  <a:pt x="83713" y="46314"/>
                  <a:pt x="84555" y="45263"/>
                </a:cubicBezTo>
                <a:cubicBezTo>
                  <a:pt x="85396" y="44211"/>
                  <a:pt x="86649" y="43269"/>
                  <a:pt x="88322" y="42437"/>
                </a:cubicBezTo>
                <a:cubicBezTo>
                  <a:pt x="92309" y="40755"/>
                  <a:pt x="96076" y="39603"/>
                  <a:pt x="99642" y="38981"/>
                </a:cubicBezTo>
                <a:cubicBezTo>
                  <a:pt x="103199" y="38140"/>
                  <a:pt x="107076" y="37719"/>
                  <a:pt x="111273" y="37719"/>
                </a:cubicBezTo>
                <a:cubicBezTo>
                  <a:pt x="132021" y="37719"/>
                  <a:pt x="149724" y="44952"/>
                  <a:pt x="164391" y="59409"/>
                </a:cubicBezTo>
                <a:cubicBezTo>
                  <a:pt x="178847" y="74076"/>
                  <a:pt x="186080" y="91787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73" y="223379"/>
                  <a:pt x="258373" y="231343"/>
                </a:cubicBezTo>
                <a:cubicBezTo>
                  <a:pt x="258163" y="239097"/>
                  <a:pt x="255127" y="245699"/>
                  <a:pt x="249256" y="251149"/>
                </a:cubicBezTo>
                <a:cubicBezTo>
                  <a:pt x="243816" y="256178"/>
                  <a:pt x="237424" y="258693"/>
                  <a:pt x="230090" y="258693"/>
                </a:cubicBezTo>
                <a:cubicBezTo>
                  <a:pt x="222547" y="258483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88"/>
                  <a:pt x="164711" y="129817"/>
                </a:cubicBezTo>
                <a:cubicBezTo>
                  <a:pt x="166384" y="123737"/>
                  <a:pt x="167225" y="117976"/>
                  <a:pt x="167225" y="112526"/>
                </a:cubicBezTo>
                <a:cubicBezTo>
                  <a:pt x="167225" y="96817"/>
                  <a:pt x="161456" y="83503"/>
                  <a:pt x="149934" y="72613"/>
                </a:cubicBezTo>
                <a:cubicBezTo>
                  <a:pt x="138202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905" y="92830"/>
                  <a:pt x="144905" y="95555"/>
                </a:cubicBezTo>
                <a:cubicBezTo>
                  <a:pt x="144695" y="98069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69" y="143122"/>
                  <a:pt x="95765" y="143963"/>
                  <a:pt x="93040" y="143963"/>
                </a:cubicBezTo>
                <a:cubicBezTo>
                  <a:pt x="90526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44" y="140397"/>
                  <a:pt x="73234" y="150876"/>
                </a:cubicBezTo>
                <a:cubicBezTo>
                  <a:pt x="83924" y="161355"/>
                  <a:pt x="96606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750" dirty="0"/>
          </a:p>
        </p:txBody>
      </p:sp>
      <p:sp>
        <p:nvSpPr>
          <p:cNvPr id="40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093" y="119448"/>
                  <a:pt x="168899" y="118497"/>
                  <a:pt x="167225" y="116613"/>
                </a:cubicBezTo>
                <a:cubicBezTo>
                  <a:pt x="165333" y="114940"/>
                  <a:pt x="164391" y="112736"/>
                  <a:pt x="164391" y="110011"/>
                </a:cubicBezTo>
                <a:cubicBezTo>
                  <a:pt x="164391" y="107287"/>
                  <a:pt x="165333" y="105092"/>
                  <a:pt x="167225" y="103409"/>
                </a:cubicBezTo>
                <a:cubicBezTo>
                  <a:pt x="168899" y="101526"/>
                  <a:pt x="171093" y="100584"/>
                  <a:pt x="173818" y="100584"/>
                </a:cubicBezTo>
                <a:lnTo>
                  <a:pt x="227256" y="100584"/>
                </a:lnTo>
                <a:cubicBezTo>
                  <a:pt x="229981" y="100584"/>
                  <a:pt x="232184" y="101526"/>
                  <a:pt x="233858" y="103409"/>
                </a:cubicBezTo>
                <a:cubicBezTo>
                  <a:pt x="235741" y="105092"/>
                  <a:pt x="236683" y="107287"/>
                  <a:pt x="236683" y="110011"/>
                </a:cubicBezTo>
                <a:cubicBezTo>
                  <a:pt x="236683" y="112736"/>
                  <a:pt x="235741" y="115041"/>
                  <a:pt x="233858" y="116933"/>
                </a:cubicBezTo>
                <a:cubicBezTo>
                  <a:pt x="232184" y="118607"/>
                  <a:pt x="229981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093" y="81729"/>
                  <a:pt x="168899" y="80778"/>
                  <a:pt x="167225" y="78894"/>
                </a:cubicBezTo>
                <a:cubicBezTo>
                  <a:pt x="165333" y="77221"/>
                  <a:pt x="164391" y="75017"/>
                  <a:pt x="164391" y="72292"/>
                </a:cubicBezTo>
                <a:cubicBezTo>
                  <a:pt x="164391" y="69568"/>
                  <a:pt x="165333" y="67373"/>
                  <a:pt x="167225" y="65690"/>
                </a:cubicBezTo>
                <a:cubicBezTo>
                  <a:pt x="168899" y="63807"/>
                  <a:pt x="171093" y="62865"/>
                  <a:pt x="173818" y="62865"/>
                </a:cubicBezTo>
                <a:lnTo>
                  <a:pt x="255547" y="62865"/>
                </a:lnTo>
                <a:cubicBezTo>
                  <a:pt x="258272" y="62865"/>
                  <a:pt x="260467" y="63807"/>
                  <a:pt x="262149" y="65690"/>
                </a:cubicBezTo>
                <a:cubicBezTo>
                  <a:pt x="264033" y="67373"/>
                  <a:pt x="264975" y="69568"/>
                  <a:pt x="264975" y="72292"/>
                </a:cubicBezTo>
                <a:cubicBezTo>
                  <a:pt x="264975" y="75017"/>
                  <a:pt x="264033" y="77322"/>
                  <a:pt x="262149" y="79214"/>
                </a:cubicBezTo>
                <a:cubicBezTo>
                  <a:pt x="260467" y="80888"/>
                  <a:pt x="258272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7062"/>
                </a:moveTo>
                <a:cubicBezTo>
                  <a:pt x="41386" y="235952"/>
                  <a:pt x="35835" y="222437"/>
                  <a:pt x="35835" y="206508"/>
                </a:cubicBezTo>
                <a:cubicBezTo>
                  <a:pt x="35835" y="196450"/>
                  <a:pt x="38350" y="187022"/>
                  <a:pt x="43379" y="178226"/>
                </a:cubicBezTo>
                <a:cubicBezTo>
                  <a:pt x="48408" y="169210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77"/>
                  <a:pt x="66952" y="51865"/>
                  <a:pt x="72613" y="46205"/>
                </a:cubicBezTo>
                <a:cubicBezTo>
                  <a:pt x="78263" y="40544"/>
                  <a:pt x="85076" y="37719"/>
                  <a:pt x="93040" y="37719"/>
                </a:cubicBezTo>
                <a:cubicBezTo>
                  <a:pt x="101005" y="37719"/>
                  <a:pt x="107817" y="40544"/>
                  <a:pt x="113468" y="46205"/>
                </a:cubicBezTo>
                <a:cubicBezTo>
                  <a:pt x="119128" y="51865"/>
                  <a:pt x="121963" y="58677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210"/>
                  <a:pt x="142701" y="178226"/>
                </a:cubicBezTo>
                <a:cubicBezTo>
                  <a:pt x="147730" y="187022"/>
                  <a:pt x="150245" y="196450"/>
                  <a:pt x="150245" y="206508"/>
                </a:cubicBezTo>
                <a:cubicBezTo>
                  <a:pt x="150245" y="222437"/>
                  <a:pt x="144695" y="235952"/>
                  <a:pt x="133585" y="247062"/>
                </a:cubicBezTo>
                <a:cubicBezTo>
                  <a:pt x="122484" y="258163"/>
                  <a:pt x="108969" y="263722"/>
                  <a:pt x="93040" y="263722"/>
                </a:cubicBezTo>
                <a:cubicBezTo>
                  <a:pt x="77111" y="263722"/>
                  <a:pt x="63597" y="258163"/>
                  <a:pt x="52496" y="247062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89"/>
                  <a:pt x="125419" y="184197"/>
                </a:cubicBezTo>
                <a:cubicBezTo>
                  <a:pt x="121432" y="177485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06"/>
                  <a:pt x="102157" y="61292"/>
                  <a:pt x="100273" y="59409"/>
                </a:cubicBezTo>
                <a:cubicBezTo>
                  <a:pt x="98380" y="57525"/>
                  <a:pt x="95975" y="56583"/>
                  <a:pt x="93040" y="56583"/>
                </a:cubicBezTo>
                <a:cubicBezTo>
                  <a:pt x="90105" y="56583"/>
                  <a:pt x="87700" y="57525"/>
                  <a:pt x="85807" y="59409"/>
                </a:cubicBezTo>
                <a:cubicBezTo>
                  <a:pt x="83924" y="61292"/>
                  <a:pt x="82982" y="63706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750" dirty="0"/>
          </a:p>
        </p:txBody>
      </p:sp>
      <p:sp>
        <p:nvSpPr>
          <p:cNvPr id="42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214" y="247062"/>
                </a:moveTo>
                <a:cubicBezTo>
                  <a:pt x="59930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134" y="107707"/>
                  <a:pt x="82351" y="95555"/>
                </a:cubicBezTo>
                <a:cubicBezTo>
                  <a:pt x="91367" y="83402"/>
                  <a:pt x="101215" y="72082"/>
                  <a:pt x="111904" y="61612"/>
                </a:cubicBezTo>
                <a:cubicBezTo>
                  <a:pt x="122374" y="50923"/>
                  <a:pt x="132222" y="41495"/>
                  <a:pt x="141449" y="33321"/>
                </a:cubicBezTo>
                <a:cubicBezTo>
                  <a:pt x="142912" y="32059"/>
                  <a:pt x="144484" y="31227"/>
                  <a:pt x="146158" y="30806"/>
                </a:cubicBezTo>
                <a:cubicBezTo>
                  <a:pt x="147630" y="30175"/>
                  <a:pt x="149203" y="29864"/>
                  <a:pt x="150876" y="29864"/>
                </a:cubicBezTo>
                <a:cubicBezTo>
                  <a:pt x="152549" y="29864"/>
                  <a:pt x="154232" y="30175"/>
                  <a:pt x="155905" y="30806"/>
                </a:cubicBezTo>
                <a:cubicBezTo>
                  <a:pt x="157368" y="31227"/>
                  <a:pt x="158840" y="32059"/>
                  <a:pt x="160303" y="33321"/>
                </a:cubicBezTo>
                <a:cubicBezTo>
                  <a:pt x="169530" y="41495"/>
                  <a:pt x="179478" y="50923"/>
                  <a:pt x="190168" y="61612"/>
                </a:cubicBezTo>
                <a:cubicBezTo>
                  <a:pt x="200647" y="72082"/>
                  <a:pt x="210495" y="83402"/>
                  <a:pt x="219712" y="95555"/>
                </a:cubicBezTo>
                <a:cubicBezTo>
                  <a:pt x="228728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923" y="227366"/>
                  <a:pt x="222858" y="247062"/>
                </a:cubicBezTo>
                <a:cubicBezTo>
                  <a:pt x="203582" y="266758"/>
                  <a:pt x="179588" y="276606"/>
                  <a:pt x="150876" y="276606"/>
                </a:cubicBezTo>
                <a:cubicBezTo>
                  <a:pt x="122164" y="276606"/>
                  <a:pt x="98280" y="266758"/>
                  <a:pt x="79214" y="247062"/>
                </a:cubicBezTo>
                <a:close/>
                <a:moveTo>
                  <a:pt x="209343" y="233858"/>
                </a:moveTo>
                <a:cubicBezTo>
                  <a:pt x="224851" y="217719"/>
                  <a:pt x="232605" y="197602"/>
                  <a:pt x="232605" y="173507"/>
                </a:cubicBezTo>
                <a:cubicBezTo>
                  <a:pt x="232605" y="156957"/>
                  <a:pt x="225683" y="138202"/>
                  <a:pt x="211857" y="117244"/>
                </a:cubicBezTo>
                <a:cubicBezTo>
                  <a:pt x="197812" y="96076"/>
                  <a:pt x="177485" y="73765"/>
                  <a:pt x="150876" y="50292"/>
                </a:cubicBezTo>
                <a:cubicBezTo>
                  <a:pt x="124267" y="73765"/>
                  <a:pt x="104040" y="96076"/>
                  <a:pt x="90215" y="117244"/>
                </a:cubicBezTo>
                <a:cubicBezTo>
                  <a:pt x="76170" y="138202"/>
                  <a:pt x="69156" y="156957"/>
                  <a:pt x="69156" y="173507"/>
                </a:cubicBezTo>
                <a:cubicBezTo>
                  <a:pt x="69156" y="197602"/>
                  <a:pt x="76901" y="217719"/>
                  <a:pt x="92409" y="233858"/>
                </a:cubicBezTo>
                <a:cubicBezTo>
                  <a:pt x="107917" y="249787"/>
                  <a:pt x="127403" y="257751"/>
                  <a:pt x="150876" y="257751"/>
                </a:cubicBezTo>
                <a:cubicBezTo>
                  <a:pt x="174349" y="257751"/>
                  <a:pt x="193835" y="249787"/>
                  <a:pt x="209343" y="233858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536" y="235851"/>
                  <a:pt x="158420" y="234800"/>
                </a:cubicBezTo>
                <a:cubicBezTo>
                  <a:pt x="160093" y="233547"/>
                  <a:pt x="160934" y="231764"/>
                  <a:pt x="160934" y="229460"/>
                </a:cubicBezTo>
                <a:cubicBezTo>
                  <a:pt x="160934" y="227155"/>
                  <a:pt x="160093" y="225372"/>
                  <a:pt x="158420" y="224110"/>
                </a:cubicBezTo>
                <a:cubicBezTo>
                  <a:pt x="156536" y="222858"/>
                  <a:pt x="153811" y="222227"/>
                  <a:pt x="150245" y="222227"/>
                </a:cubicBezTo>
                <a:cubicBezTo>
                  <a:pt x="141449" y="222227"/>
                  <a:pt x="132542" y="219502"/>
                  <a:pt x="123526" y="214052"/>
                </a:cubicBezTo>
                <a:cubicBezTo>
                  <a:pt x="114309" y="208401"/>
                  <a:pt x="108439" y="198553"/>
                  <a:pt x="105924" y="184508"/>
                </a:cubicBezTo>
                <a:cubicBezTo>
                  <a:pt x="105513" y="182624"/>
                  <a:pt x="104562" y="181152"/>
                  <a:pt x="103099" y="180109"/>
                </a:cubicBezTo>
                <a:cubicBezTo>
                  <a:pt x="101636" y="178847"/>
                  <a:pt x="100063" y="178226"/>
                  <a:pt x="98380" y="178226"/>
                </a:cubicBezTo>
                <a:cubicBezTo>
                  <a:pt x="96076" y="178226"/>
                  <a:pt x="94302" y="179168"/>
                  <a:pt x="93040" y="181051"/>
                </a:cubicBezTo>
                <a:cubicBezTo>
                  <a:pt x="91787" y="182725"/>
                  <a:pt x="91367" y="184508"/>
                  <a:pt x="91787" y="186391"/>
                </a:cubicBezTo>
                <a:cubicBezTo>
                  <a:pt x="94924" y="203993"/>
                  <a:pt x="102367" y="216777"/>
                  <a:pt x="114099" y="224741"/>
                </a:cubicBezTo>
                <a:cubicBezTo>
                  <a:pt x="125831" y="232495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750" dirty="0"/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227" y="102468"/>
                  <a:pt x="28922" y="99331"/>
                </a:cubicBezTo>
                <a:cubicBezTo>
                  <a:pt x="26408" y="95975"/>
                  <a:pt x="25146" y="92199"/>
                  <a:pt x="25146" y="88011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257751" y="25146"/>
                </a:lnTo>
                <a:cubicBezTo>
                  <a:pt x="262981" y="25146"/>
                  <a:pt x="267389" y="27030"/>
                  <a:pt x="270946" y="30806"/>
                </a:cubicBezTo>
                <a:cubicBezTo>
                  <a:pt x="274722" y="34363"/>
                  <a:pt x="276606" y="38771"/>
                  <a:pt x="276606" y="44010"/>
                </a:cubicBezTo>
                <a:lnTo>
                  <a:pt x="276606" y="88011"/>
                </a:lnTo>
                <a:cubicBezTo>
                  <a:pt x="276606" y="92199"/>
                  <a:pt x="275454" y="95975"/>
                  <a:pt x="273150" y="99331"/>
                </a:cubicBezTo>
                <a:cubicBezTo>
                  <a:pt x="270635" y="102468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92" y="169740"/>
                  <a:pt x="184087" y="168789"/>
                  <a:pt x="185770" y="166905"/>
                </a:cubicBezTo>
                <a:cubicBezTo>
                  <a:pt x="187653" y="165232"/>
                  <a:pt x="188595" y="163028"/>
                  <a:pt x="188595" y="160303"/>
                </a:cubicBezTo>
                <a:cubicBezTo>
                  <a:pt x="188595" y="157579"/>
                  <a:pt x="187653" y="155384"/>
                  <a:pt x="185770" y="153701"/>
                </a:cubicBezTo>
                <a:cubicBezTo>
                  <a:pt x="184087" y="151818"/>
                  <a:pt x="181892" y="150876"/>
                  <a:pt x="179168" y="150876"/>
                </a:cubicBezTo>
                <a:lnTo>
                  <a:pt x="122584" y="150876"/>
                </a:lnTo>
                <a:cubicBezTo>
                  <a:pt x="119860" y="150876"/>
                  <a:pt x="117665" y="151818"/>
                  <a:pt x="115982" y="153701"/>
                </a:cubicBezTo>
                <a:cubicBezTo>
                  <a:pt x="114099" y="155384"/>
                  <a:pt x="113157" y="157579"/>
                  <a:pt x="113157" y="160303"/>
                </a:cubicBezTo>
                <a:cubicBezTo>
                  <a:pt x="113157" y="163028"/>
                  <a:pt x="114099" y="165333"/>
                  <a:pt x="115982" y="167225"/>
                </a:cubicBezTo>
                <a:cubicBezTo>
                  <a:pt x="117665" y="168899"/>
                  <a:pt x="119860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750" dirty="0"/>
          </a:p>
        </p:txBody>
      </p:sp>
      <p:sp>
        <p:nvSpPr>
          <p:cNvPr id="46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750" dirty="0"/>
          </a:p>
        </p:txBody>
      </p:sp>
      <p:sp>
        <p:nvSpPr>
          <p:cNvPr id="48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750" dirty="0"/>
          </a:p>
        </p:txBody>
      </p:sp>
      <p:sp>
        <p:nvSpPr>
          <p:cNvPr id="50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81" y="112636"/>
                  <a:pt x="194566" y="112846"/>
                </a:cubicBezTo>
                <a:cubicBezTo>
                  <a:pt x="191841" y="112846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97" y="232495"/>
                  <a:pt x="40234" y="230401"/>
                </a:cubicBezTo>
                <a:cubicBezTo>
                  <a:pt x="38560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60" y="73765"/>
                  <a:pt x="40234" y="71671"/>
                </a:cubicBezTo>
                <a:cubicBezTo>
                  <a:pt x="41697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68"/>
                  <a:pt x="192051" y="22000"/>
                </a:cubicBezTo>
                <a:cubicBezTo>
                  <a:pt x="194356" y="22631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56" y="69568"/>
                  <a:pt x="261829" y="71671"/>
                </a:cubicBezTo>
                <a:cubicBezTo>
                  <a:pt x="263301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301" y="228307"/>
                  <a:pt x="261829" y="230401"/>
                </a:cubicBezTo>
                <a:cubicBezTo>
                  <a:pt x="260156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221"/>
                  <a:pt x="192051" y="280062"/>
                </a:cubicBezTo>
                <a:cubicBezTo>
                  <a:pt x="189747" y="280693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750" dirty="0"/>
          </a:p>
        </p:txBody>
      </p:sp>
      <p:sp>
        <p:nvSpPr>
          <p:cNvPr id="52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60"/>
                  <a:pt x="101215" y="267179"/>
                </a:cubicBezTo>
                <a:cubicBezTo>
                  <a:pt x="85917" y="260677"/>
                  <a:pt x="72613" y="251771"/>
                  <a:pt x="61292" y="240460"/>
                </a:cubicBezTo>
                <a:cubicBezTo>
                  <a:pt x="49981" y="229139"/>
                  <a:pt x="41175" y="215835"/>
                  <a:pt x="34894" y="200537"/>
                </a:cubicBezTo>
                <a:cubicBezTo>
                  <a:pt x="28392" y="185239"/>
                  <a:pt x="25146" y="168689"/>
                  <a:pt x="25146" y="150876"/>
                </a:cubicBezTo>
                <a:cubicBezTo>
                  <a:pt x="25146" y="133274"/>
                  <a:pt x="28392" y="116824"/>
                  <a:pt x="34894" y="101526"/>
                </a:cubicBezTo>
                <a:cubicBezTo>
                  <a:pt x="41175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7030"/>
                  <a:pt x="187653" y="30806"/>
                </a:cubicBezTo>
                <a:cubicBezTo>
                  <a:pt x="199595" y="34363"/>
                  <a:pt x="210806" y="39712"/>
                  <a:pt x="221285" y="46836"/>
                </a:cubicBezTo>
                <a:cubicBezTo>
                  <a:pt x="223589" y="48299"/>
                  <a:pt x="225061" y="50292"/>
                  <a:pt x="225683" y="52807"/>
                </a:cubicBezTo>
                <a:cubicBezTo>
                  <a:pt x="226104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134" y="54270"/>
                  <a:pt x="74807" y="74807"/>
                </a:cubicBezTo>
                <a:cubicBezTo>
                  <a:pt x="54270" y="95134"/>
                  <a:pt x="44010" y="120490"/>
                  <a:pt x="44010" y="150876"/>
                </a:cubicBezTo>
                <a:cubicBezTo>
                  <a:pt x="44010" y="181262"/>
                  <a:pt x="54270" y="206718"/>
                  <a:pt x="74807" y="227256"/>
                </a:cubicBezTo>
                <a:cubicBezTo>
                  <a:pt x="95134" y="247583"/>
                  <a:pt x="120490" y="257751"/>
                  <a:pt x="150876" y="257751"/>
                </a:cubicBezTo>
                <a:cubicBezTo>
                  <a:pt x="181262" y="257751"/>
                  <a:pt x="206718" y="247583"/>
                  <a:pt x="227256" y="227256"/>
                </a:cubicBezTo>
                <a:cubicBezTo>
                  <a:pt x="247583" y="206718"/>
                  <a:pt x="257751" y="181262"/>
                  <a:pt x="257751" y="150876"/>
                </a:cubicBezTo>
                <a:cubicBezTo>
                  <a:pt x="257751" y="146898"/>
                  <a:pt x="257641" y="143021"/>
                  <a:pt x="257431" y="139245"/>
                </a:cubicBezTo>
                <a:cubicBezTo>
                  <a:pt x="257010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513"/>
                  <a:pt x="270004" y="118186"/>
                </a:cubicBezTo>
                <a:cubicBezTo>
                  <a:pt x="272308" y="119649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77"/>
                  <a:pt x="200226" y="267179"/>
                </a:cubicBezTo>
                <a:cubicBezTo>
                  <a:pt x="184928" y="273460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55" y="158630"/>
                  <a:pt x="84865" y="155905"/>
                </a:cubicBezTo>
                <a:cubicBezTo>
                  <a:pt x="84865" y="152970"/>
                  <a:pt x="85807" y="150565"/>
                  <a:pt x="87700" y="148672"/>
                </a:cubicBezTo>
                <a:cubicBezTo>
                  <a:pt x="89584" y="146789"/>
                  <a:pt x="91989" y="145847"/>
                  <a:pt x="94924" y="145847"/>
                </a:cubicBezTo>
                <a:cubicBezTo>
                  <a:pt x="97649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750" dirty="0"/>
          </a:p>
        </p:txBody>
      </p:sp>
      <p:sp>
        <p:nvSpPr>
          <p:cNvPr id="54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59" y="212589"/>
                  <a:pt x="122274" y="210285"/>
                </a:cubicBezTo>
                <a:cubicBezTo>
                  <a:pt x="124578" y="207770"/>
                  <a:pt x="125730" y="204734"/>
                  <a:pt x="125730" y="201168"/>
                </a:cubicBezTo>
                <a:cubicBezTo>
                  <a:pt x="125730" y="197602"/>
                  <a:pt x="124578" y="194676"/>
                  <a:pt x="122274" y="192371"/>
                </a:cubicBezTo>
                <a:cubicBezTo>
                  <a:pt x="119759" y="189857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946" y="189857"/>
                  <a:pt x="66641" y="192371"/>
                </a:cubicBezTo>
                <a:cubicBezTo>
                  <a:pt x="64127" y="194676"/>
                  <a:pt x="62865" y="197602"/>
                  <a:pt x="62865" y="201168"/>
                </a:cubicBezTo>
                <a:cubicBezTo>
                  <a:pt x="62865" y="204734"/>
                  <a:pt x="64127" y="207770"/>
                  <a:pt x="66641" y="210285"/>
                </a:cubicBezTo>
                <a:cubicBezTo>
                  <a:pt x="68946" y="212589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923" y="113788"/>
                  <a:pt x="227576" y="113788"/>
                </a:cubicBezTo>
                <a:cubicBezTo>
                  <a:pt x="224010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59" y="162297"/>
                  <a:pt x="122274" y="159993"/>
                </a:cubicBezTo>
                <a:cubicBezTo>
                  <a:pt x="124578" y="157478"/>
                  <a:pt x="125730" y="154442"/>
                  <a:pt x="125730" y="150876"/>
                </a:cubicBezTo>
                <a:cubicBezTo>
                  <a:pt x="125730" y="147310"/>
                  <a:pt x="124578" y="144384"/>
                  <a:pt x="122274" y="142079"/>
                </a:cubicBezTo>
                <a:cubicBezTo>
                  <a:pt x="119759" y="139565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946" y="139565"/>
                  <a:pt x="66641" y="142079"/>
                </a:cubicBezTo>
                <a:cubicBezTo>
                  <a:pt x="64127" y="144384"/>
                  <a:pt x="62865" y="147310"/>
                  <a:pt x="62865" y="150876"/>
                </a:cubicBezTo>
                <a:cubicBezTo>
                  <a:pt x="62865" y="154442"/>
                  <a:pt x="64127" y="157478"/>
                  <a:pt x="66641" y="159993"/>
                </a:cubicBezTo>
                <a:cubicBezTo>
                  <a:pt x="68946" y="162297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59" y="112005"/>
                  <a:pt x="122274" y="109701"/>
                </a:cubicBezTo>
                <a:cubicBezTo>
                  <a:pt x="124578" y="107186"/>
                  <a:pt x="125730" y="104150"/>
                  <a:pt x="125730" y="100584"/>
                </a:cubicBezTo>
                <a:cubicBezTo>
                  <a:pt x="125730" y="97018"/>
                  <a:pt x="124578" y="94092"/>
                  <a:pt x="122274" y="91787"/>
                </a:cubicBezTo>
                <a:cubicBezTo>
                  <a:pt x="119759" y="89273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946" y="89273"/>
                  <a:pt x="66641" y="91787"/>
                </a:cubicBezTo>
                <a:cubicBezTo>
                  <a:pt x="64127" y="94092"/>
                  <a:pt x="62865" y="97018"/>
                  <a:pt x="62865" y="100584"/>
                </a:cubicBezTo>
                <a:cubicBezTo>
                  <a:pt x="62865" y="104150"/>
                  <a:pt x="64127" y="107186"/>
                  <a:pt x="66641" y="109701"/>
                </a:cubicBezTo>
                <a:cubicBezTo>
                  <a:pt x="68946" y="112005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750" dirty="0"/>
          </a:p>
        </p:txBody>
      </p:sp>
      <p:sp>
        <p:nvSpPr>
          <p:cNvPr id="56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84"/>
                  <a:pt x="126041" y="155594"/>
                </a:cubicBezTo>
                <a:cubicBezTo>
                  <a:pt x="128555" y="155594"/>
                  <a:pt x="130759" y="156536"/>
                  <a:pt x="132643" y="158420"/>
                </a:cubicBezTo>
                <a:cubicBezTo>
                  <a:pt x="134536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530"/>
                  <a:pt x="38350" y="180740"/>
                </a:cubicBezTo>
                <a:cubicBezTo>
                  <a:pt x="40865" y="180740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800"/>
                  <a:pt x="126041" y="55010"/>
                </a:cubicBezTo>
                <a:cubicBezTo>
                  <a:pt x="128555" y="55010"/>
                  <a:pt x="130759" y="55952"/>
                  <a:pt x="132643" y="57836"/>
                </a:cubicBezTo>
                <a:cubicBezTo>
                  <a:pt x="134536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946"/>
                  <a:pt x="38350" y="80156"/>
                </a:cubicBezTo>
                <a:cubicBezTo>
                  <a:pt x="40865" y="80156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52" y="210595"/>
                  <a:pt x="167957" y="209654"/>
                  <a:pt x="166274" y="207770"/>
                </a:cubicBezTo>
                <a:cubicBezTo>
                  <a:pt x="164391" y="206097"/>
                  <a:pt x="163449" y="203893"/>
                  <a:pt x="163449" y="201168"/>
                </a:cubicBezTo>
                <a:cubicBezTo>
                  <a:pt x="163449" y="198443"/>
                  <a:pt x="164391" y="196239"/>
                  <a:pt x="166274" y="194566"/>
                </a:cubicBezTo>
                <a:cubicBezTo>
                  <a:pt x="167957" y="192682"/>
                  <a:pt x="170152" y="191741"/>
                  <a:pt x="172876" y="191741"/>
                </a:cubicBezTo>
                <a:lnTo>
                  <a:pt x="267179" y="191741"/>
                </a:lnTo>
                <a:cubicBezTo>
                  <a:pt x="269903" y="191741"/>
                  <a:pt x="272098" y="192682"/>
                  <a:pt x="273781" y="194566"/>
                </a:cubicBezTo>
                <a:cubicBezTo>
                  <a:pt x="275664" y="196239"/>
                  <a:pt x="276606" y="198443"/>
                  <a:pt x="276606" y="201168"/>
                </a:cubicBezTo>
                <a:cubicBezTo>
                  <a:pt x="276606" y="203893"/>
                  <a:pt x="275664" y="206197"/>
                  <a:pt x="273781" y="208081"/>
                </a:cubicBezTo>
                <a:cubicBezTo>
                  <a:pt x="272098" y="209763"/>
                  <a:pt x="269903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52" y="110011"/>
                  <a:pt x="167957" y="109070"/>
                  <a:pt x="166274" y="107186"/>
                </a:cubicBezTo>
                <a:cubicBezTo>
                  <a:pt x="164391" y="105513"/>
                  <a:pt x="163449" y="103309"/>
                  <a:pt x="163449" y="100584"/>
                </a:cubicBezTo>
                <a:cubicBezTo>
                  <a:pt x="163449" y="97859"/>
                  <a:pt x="164391" y="95655"/>
                  <a:pt x="166274" y="93982"/>
                </a:cubicBezTo>
                <a:cubicBezTo>
                  <a:pt x="167957" y="92098"/>
                  <a:pt x="170152" y="91157"/>
                  <a:pt x="172876" y="91157"/>
                </a:cubicBezTo>
                <a:lnTo>
                  <a:pt x="267179" y="91157"/>
                </a:lnTo>
                <a:cubicBezTo>
                  <a:pt x="269903" y="91157"/>
                  <a:pt x="272098" y="92098"/>
                  <a:pt x="273781" y="93982"/>
                </a:cubicBezTo>
                <a:cubicBezTo>
                  <a:pt x="275664" y="95655"/>
                  <a:pt x="276606" y="97859"/>
                  <a:pt x="276606" y="100584"/>
                </a:cubicBezTo>
                <a:cubicBezTo>
                  <a:pt x="276606" y="103309"/>
                  <a:pt x="275664" y="105613"/>
                  <a:pt x="273781" y="107497"/>
                </a:cubicBezTo>
                <a:cubicBezTo>
                  <a:pt x="272098" y="109179"/>
                  <a:pt x="269903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750" dirty="0"/>
          </a:p>
        </p:txBody>
      </p:sp>
      <p:sp>
        <p:nvSpPr>
          <p:cNvPr id="58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760"/>
                </a:moveTo>
                <a:cubicBezTo>
                  <a:pt x="169841" y="157688"/>
                  <a:pt x="172876" y="150245"/>
                  <a:pt x="172876" y="141449"/>
                </a:cubicBezTo>
                <a:cubicBezTo>
                  <a:pt x="172876" y="132643"/>
                  <a:pt x="169841" y="125209"/>
                  <a:pt x="163760" y="119128"/>
                </a:cubicBezTo>
                <a:cubicBezTo>
                  <a:pt x="157688" y="113056"/>
                  <a:pt x="150245" y="110011"/>
                  <a:pt x="141449" y="110011"/>
                </a:cubicBezTo>
                <a:cubicBezTo>
                  <a:pt x="132643" y="110011"/>
                  <a:pt x="125209" y="113056"/>
                  <a:pt x="119128" y="119128"/>
                </a:cubicBezTo>
                <a:cubicBezTo>
                  <a:pt x="113056" y="125209"/>
                  <a:pt x="110011" y="132643"/>
                  <a:pt x="110011" y="141449"/>
                </a:cubicBezTo>
                <a:cubicBezTo>
                  <a:pt x="110011" y="150245"/>
                  <a:pt x="113056" y="157688"/>
                  <a:pt x="119128" y="163760"/>
                </a:cubicBezTo>
                <a:cubicBezTo>
                  <a:pt x="125209" y="169841"/>
                  <a:pt x="132643" y="172876"/>
                  <a:pt x="141449" y="172876"/>
                </a:cubicBezTo>
                <a:cubicBezTo>
                  <a:pt x="150245" y="172876"/>
                  <a:pt x="157688" y="169841"/>
                  <a:pt x="163760" y="163760"/>
                </a:cubicBezTo>
                <a:close/>
                <a:moveTo>
                  <a:pt x="141449" y="191741"/>
                </a:moveTo>
                <a:cubicBezTo>
                  <a:pt x="127614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14"/>
                  <a:pt x="191741" y="141449"/>
                </a:cubicBezTo>
                <a:cubicBezTo>
                  <a:pt x="191741" y="146057"/>
                  <a:pt x="191009" y="150775"/>
                  <a:pt x="189537" y="155594"/>
                </a:cubicBezTo>
                <a:cubicBezTo>
                  <a:pt x="187863" y="160203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57" y="199915"/>
                  <a:pt x="211857" y="202430"/>
                </a:cubicBezTo>
                <a:cubicBezTo>
                  <a:pt x="211647" y="204944"/>
                  <a:pt x="210595" y="207139"/>
                  <a:pt x="208712" y="209023"/>
                </a:cubicBezTo>
                <a:cubicBezTo>
                  <a:pt x="206828" y="210916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203" y="188074"/>
                  <a:pt x="155594" y="189537"/>
                </a:cubicBezTo>
                <a:cubicBezTo>
                  <a:pt x="150775" y="191009"/>
                  <a:pt x="146057" y="191741"/>
                  <a:pt x="141449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12"/>
                  <a:pt x="38661" y="195618"/>
                  <a:pt x="40544" y="193935"/>
                </a:cubicBezTo>
                <a:cubicBezTo>
                  <a:pt x="42227" y="192051"/>
                  <a:pt x="44422" y="191110"/>
                  <a:pt x="47146" y="191110"/>
                </a:cubicBezTo>
                <a:cubicBezTo>
                  <a:pt x="49871" y="191110"/>
                  <a:pt x="52176" y="192051"/>
                  <a:pt x="54068" y="193935"/>
                </a:cubicBezTo>
                <a:cubicBezTo>
                  <a:pt x="55742" y="195618"/>
                  <a:pt x="56583" y="197812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940" y="245178"/>
                  <a:pt x="106134" y="246120"/>
                  <a:pt x="107817" y="248004"/>
                </a:cubicBezTo>
                <a:cubicBezTo>
                  <a:pt x="109701" y="249677"/>
                  <a:pt x="110642" y="251881"/>
                  <a:pt x="110642" y="254606"/>
                </a:cubicBezTo>
                <a:cubicBezTo>
                  <a:pt x="110642" y="257330"/>
                  <a:pt x="109701" y="259635"/>
                  <a:pt x="107817" y="261518"/>
                </a:cubicBezTo>
                <a:cubicBezTo>
                  <a:pt x="106134" y="263192"/>
                  <a:pt x="103940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12" y="264033"/>
                  <a:pt x="195618" y="263091"/>
                  <a:pt x="193935" y="261208"/>
                </a:cubicBezTo>
                <a:cubicBezTo>
                  <a:pt x="192051" y="259525"/>
                  <a:pt x="191110" y="257330"/>
                  <a:pt x="191110" y="254606"/>
                </a:cubicBezTo>
                <a:cubicBezTo>
                  <a:pt x="191110" y="251881"/>
                  <a:pt x="192051" y="249677"/>
                  <a:pt x="193935" y="248004"/>
                </a:cubicBezTo>
                <a:cubicBezTo>
                  <a:pt x="195618" y="246120"/>
                  <a:pt x="197812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12"/>
                  <a:pt x="246120" y="195618"/>
                  <a:pt x="248004" y="193935"/>
                </a:cubicBezTo>
                <a:cubicBezTo>
                  <a:pt x="249677" y="192051"/>
                  <a:pt x="251881" y="191110"/>
                  <a:pt x="254606" y="191110"/>
                </a:cubicBezTo>
                <a:cubicBezTo>
                  <a:pt x="257330" y="191110"/>
                  <a:pt x="259635" y="192051"/>
                  <a:pt x="261518" y="193935"/>
                </a:cubicBezTo>
                <a:cubicBezTo>
                  <a:pt x="263192" y="195618"/>
                  <a:pt x="264033" y="197812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940" y="37719"/>
                  <a:pt x="106134" y="38661"/>
                  <a:pt x="107817" y="40544"/>
                </a:cubicBezTo>
                <a:cubicBezTo>
                  <a:pt x="109701" y="42227"/>
                  <a:pt x="110642" y="44422"/>
                  <a:pt x="110642" y="47146"/>
                </a:cubicBezTo>
                <a:cubicBezTo>
                  <a:pt x="110642" y="49871"/>
                  <a:pt x="109701" y="52176"/>
                  <a:pt x="107817" y="54068"/>
                </a:cubicBezTo>
                <a:cubicBezTo>
                  <a:pt x="106134" y="55742"/>
                  <a:pt x="103940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940"/>
                  <a:pt x="55632" y="106134"/>
                  <a:pt x="53748" y="107817"/>
                </a:cubicBezTo>
                <a:cubicBezTo>
                  <a:pt x="52075" y="109701"/>
                  <a:pt x="49871" y="110642"/>
                  <a:pt x="47146" y="110642"/>
                </a:cubicBezTo>
                <a:cubicBezTo>
                  <a:pt x="44422" y="110642"/>
                  <a:pt x="42227" y="109701"/>
                  <a:pt x="40544" y="107817"/>
                </a:cubicBezTo>
                <a:cubicBezTo>
                  <a:pt x="38661" y="106134"/>
                  <a:pt x="37719" y="103940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12" y="56583"/>
                  <a:pt x="195618" y="55632"/>
                  <a:pt x="193935" y="53748"/>
                </a:cubicBezTo>
                <a:cubicBezTo>
                  <a:pt x="192051" y="52075"/>
                  <a:pt x="191110" y="49871"/>
                  <a:pt x="191110" y="47146"/>
                </a:cubicBezTo>
                <a:cubicBezTo>
                  <a:pt x="191110" y="44422"/>
                  <a:pt x="192051" y="42227"/>
                  <a:pt x="193935" y="40544"/>
                </a:cubicBezTo>
                <a:cubicBezTo>
                  <a:pt x="195618" y="38661"/>
                  <a:pt x="197812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940"/>
                  <a:pt x="263091" y="106134"/>
                  <a:pt x="261208" y="107817"/>
                </a:cubicBezTo>
                <a:cubicBezTo>
                  <a:pt x="259525" y="109701"/>
                  <a:pt x="257330" y="110642"/>
                  <a:pt x="254606" y="110642"/>
                </a:cubicBezTo>
                <a:cubicBezTo>
                  <a:pt x="251881" y="110642"/>
                  <a:pt x="249677" y="109701"/>
                  <a:pt x="248004" y="107817"/>
                </a:cubicBezTo>
                <a:cubicBezTo>
                  <a:pt x="246120" y="106134"/>
                  <a:pt x="245178" y="103940"/>
                  <a:pt x="245178" y="10121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750" dirty="0"/>
          </a:p>
        </p:txBody>
      </p:sp>
      <p:sp>
        <p:nvSpPr>
          <p:cNvPr id="60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21"/>
                  <a:pt x="132021" y="53017"/>
                  <a:pt x="133274" y="50923"/>
                </a:cubicBezTo>
                <a:cubicBezTo>
                  <a:pt x="134536" y="48619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49" y="37298"/>
                  <a:pt x="142701" y="34573"/>
                </a:cubicBezTo>
                <a:cubicBezTo>
                  <a:pt x="143753" y="31849"/>
                  <a:pt x="145746" y="29965"/>
                  <a:pt x="148672" y="28922"/>
                </a:cubicBezTo>
                <a:cubicBezTo>
                  <a:pt x="151608" y="27871"/>
                  <a:pt x="154442" y="27971"/>
                  <a:pt x="157167" y="29233"/>
                </a:cubicBezTo>
                <a:cubicBezTo>
                  <a:pt x="159883" y="30276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132" y="120911"/>
                  <a:pt x="208081" y="123215"/>
                </a:cubicBezTo>
                <a:cubicBezTo>
                  <a:pt x="206828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595" y="137151"/>
                  <a:pt x="198343" y="139876"/>
                </a:cubicBezTo>
                <a:cubicBezTo>
                  <a:pt x="197081" y="142390"/>
                  <a:pt x="194987" y="144173"/>
                  <a:pt x="192051" y="145216"/>
                </a:cubicBezTo>
                <a:cubicBezTo>
                  <a:pt x="189327" y="146267"/>
                  <a:pt x="186711" y="146158"/>
                  <a:pt x="184197" y="144905"/>
                </a:cubicBezTo>
                <a:cubicBezTo>
                  <a:pt x="181472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78" y="139665"/>
                  <a:pt x="166274" y="138614"/>
                </a:cubicBezTo>
                <a:cubicBezTo>
                  <a:pt x="163970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724" y="126882"/>
                  <a:pt x="145536" y="128555"/>
                </a:cubicBezTo>
                <a:cubicBezTo>
                  <a:pt x="141128" y="130028"/>
                  <a:pt x="136520" y="130659"/>
                  <a:pt x="131701" y="130448"/>
                </a:cubicBezTo>
                <a:cubicBezTo>
                  <a:pt x="126251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519" y="122274"/>
                  <a:pt x="88322" y="129186"/>
                </a:cubicBezTo>
                <a:cubicBezTo>
                  <a:pt x="83924" y="136099"/>
                  <a:pt x="81729" y="143643"/>
                  <a:pt x="81729" y="151818"/>
                </a:cubicBezTo>
                <a:cubicBezTo>
                  <a:pt x="81729" y="163348"/>
                  <a:pt x="85807" y="173197"/>
                  <a:pt x="93982" y="181362"/>
                </a:cubicBezTo>
                <a:cubicBezTo>
                  <a:pt x="102157" y="189537"/>
                  <a:pt x="112005" y="193624"/>
                  <a:pt x="123526" y="193624"/>
                </a:cubicBezTo>
                <a:lnTo>
                  <a:pt x="223168" y="193624"/>
                </a:lnTo>
                <a:cubicBezTo>
                  <a:pt x="225893" y="193624"/>
                  <a:pt x="228097" y="194566"/>
                  <a:pt x="229770" y="196450"/>
                </a:cubicBezTo>
                <a:cubicBezTo>
                  <a:pt x="231654" y="198132"/>
                  <a:pt x="232605" y="200327"/>
                  <a:pt x="232605" y="203052"/>
                </a:cubicBezTo>
                <a:cubicBezTo>
                  <a:pt x="232605" y="205777"/>
                  <a:pt x="231654" y="208081"/>
                  <a:pt x="229770" y="209974"/>
                </a:cubicBezTo>
                <a:cubicBezTo>
                  <a:pt x="228097" y="211647"/>
                  <a:pt x="225893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84" y="245178"/>
                  <a:pt x="234379" y="246120"/>
                  <a:pt x="236062" y="248004"/>
                </a:cubicBezTo>
                <a:cubicBezTo>
                  <a:pt x="237945" y="249677"/>
                  <a:pt x="238887" y="251881"/>
                  <a:pt x="238887" y="254606"/>
                </a:cubicBezTo>
                <a:cubicBezTo>
                  <a:pt x="238887" y="257330"/>
                  <a:pt x="237945" y="259635"/>
                  <a:pt x="236062" y="261518"/>
                </a:cubicBezTo>
                <a:cubicBezTo>
                  <a:pt x="234379" y="263192"/>
                  <a:pt x="232184" y="264033"/>
                  <a:pt x="229460" y="264033"/>
                </a:cubicBezTo>
                <a:lnTo>
                  <a:pt x="72292" y="264033"/>
                </a:ln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cubicBezTo>
                  <a:pt x="62865" y="251881"/>
                  <a:pt x="63807" y="249677"/>
                  <a:pt x="65690" y="248004"/>
                </a:cubicBezTo>
                <a:cubicBezTo>
                  <a:pt x="67373" y="246120"/>
                  <a:pt x="69568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750" dirty="0"/>
          </a:p>
        </p:txBody>
      </p:sp>
      <p:sp>
        <p:nvSpPr>
          <p:cNvPr id="62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263" y="264033"/>
                  <a:pt x="39081" y="259946"/>
                  <a:pt x="35515" y="251771"/>
                </a:cubicBezTo>
                <a:cubicBezTo>
                  <a:pt x="31748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859" y="56583"/>
                  <a:pt x="95655" y="55632"/>
                  <a:pt x="93982" y="53748"/>
                </a:cubicBezTo>
                <a:cubicBezTo>
                  <a:pt x="92098" y="52075"/>
                  <a:pt x="91157" y="49871"/>
                  <a:pt x="91157" y="47146"/>
                </a:cubicBezTo>
                <a:cubicBezTo>
                  <a:pt x="91157" y="44422"/>
                  <a:pt x="92098" y="42227"/>
                  <a:pt x="93982" y="40544"/>
                </a:cubicBezTo>
                <a:cubicBezTo>
                  <a:pt x="95655" y="38661"/>
                  <a:pt x="97859" y="37719"/>
                  <a:pt x="100584" y="37719"/>
                </a:cubicBezTo>
                <a:lnTo>
                  <a:pt x="201168" y="37719"/>
                </a:lnTo>
                <a:cubicBezTo>
                  <a:pt x="203893" y="37719"/>
                  <a:pt x="206097" y="38661"/>
                  <a:pt x="207770" y="40544"/>
                </a:cubicBezTo>
                <a:cubicBezTo>
                  <a:pt x="209654" y="42227"/>
                  <a:pt x="210595" y="44422"/>
                  <a:pt x="210595" y="47146"/>
                </a:cubicBezTo>
                <a:cubicBezTo>
                  <a:pt x="210595" y="49871"/>
                  <a:pt x="209654" y="52176"/>
                  <a:pt x="207770" y="54068"/>
                </a:cubicBezTo>
                <a:cubicBezTo>
                  <a:pt x="206097" y="55742"/>
                  <a:pt x="203893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04" y="243605"/>
                  <a:pt x="266237" y="251771"/>
                </a:cubicBezTo>
                <a:cubicBezTo>
                  <a:pt x="262671" y="259946"/>
                  <a:pt x="256489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750" dirty="0"/>
          </a:p>
        </p:txBody>
      </p:sp>
      <p:sp>
        <p:nvSpPr>
          <p:cNvPr id="64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251" y="264033"/>
                  <a:pt x="124578" y="260787"/>
                  <a:pt x="112846" y="254285"/>
                </a:cubicBezTo>
                <a:cubicBezTo>
                  <a:pt x="101105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6995" y="226314"/>
                  <a:pt x="54800" y="225372"/>
                  <a:pt x="53117" y="223489"/>
                </a:cubicBezTo>
                <a:cubicBezTo>
                  <a:pt x="51234" y="221806"/>
                  <a:pt x="50292" y="219611"/>
                  <a:pt x="50292" y="216887"/>
                </a:cubicBezTo>
                <a:cubicBezTo>
                  <a:pt x="50292" y="214162"/>
                  <a:pt x="51234" y="211958"/>
                  <a:pt x="53117" y="210285"/>
                </a:cubicBezTo>
                <a:cubicBezTo>
                  <a:pt x="54800" y="208401"/>
                  <a:pt x="56995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50"/>
                  <a:pt x="77011" y="190799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684" y="174138"/>
                  <a:pt x="54480" y="173197"/>
                  <a:pt x="52807" y="171304"/>
                </a:cubicBezTo>
                <a:cubicBezTo>
                  <a:pt x="50923" y="169630"/>
                  <a:pt x="49981" y="167427"/>
                  <a:pt x="49981" y="164711"/>
                </a:cubicBezTo>
                <a:cubicBezTo>
                  <a:pt x="49981" y="161986"/>
                  <a:pt x="50923" y="159782"/>
                  <a:pt x="52807" y="158109"/>
                </a:cubicBezTo>
                <a:cubicBezTo>
                  <a:pt x="54480" y="156216"/>
                  <a:pt x="56684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111" y="143232"/>
                  <a:pt x="77322" y="137361"/>
                </a:cubicBezTo>
                <a:cubicBezTo>
                  <a:pt x="77322" y="131280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6995" y="119448"/>
                  <a:pt x="54800" y="118497"/>
                  <a:pt x="53117" y="116613"/>
                </a:cubicBezTo>
                <a:cubicBezTo>
                  <a:pt x="51234" y="114940"/>
                  <a:pt x="50292" y="112736"/>
                  <a:pt x="50292" y="110011"/>
                </a:cubicBezTo>
                <a:cubicBezTo>
                  <a:pt x="50292" y="107287"/>
                  <a:pt x="51234" y="105092"/>
                  <a:pt x="53117" y="103409"/>
                </a:cubicBezTo>
                <a:cubicBezTo>
                  <a:pt x="54800" y="101526"/>
                  <a:pt x="56995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07"/>
                  <a:pt x="95244" y="50292"/>
                </a:cubicBezTo>
                <a:cubicBezTo>
                  <a:pt x="95244" y="47777"/>
                  <a:pt x="96076" y="45683"/>
                  <a:pt x="97759" y="44010"/>
                </a:cubicBezTo>
                <a:cubicBezTo>
                  <a:pt x="99432" y="42328"/>
                  <a:pt x="101526" y="41495"/>
                  <a:pt x="104040" y="41495"/>
                </a:cubicBezTo>
                <a:cubicBezTo>
                  <a:pt x="106555" y="41495"/>
                  <a:pt x="108649" y="42328"/>
                  <a:pt x="110332" y="44010"/>
                </a:cubicBezTo>
                <a:lnTo>
                  <a:pt x="133585" y="67263"/>
                </a:lnTo>
                <a:cubicBezTo>
                  <a:pt x="139455" y="65169"/>
                  <a:pt x="145326" y="64127"/>
                  <a:pt x="151187" y="64127"/>
                </a:cubicBezTo>
                <a:cubicBezTo>
                  <a:pt x="157268" y="64127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39" y="41495"/>
                  <a:pt x="198653" y="41495"/>
                </a:cubicBezTo>
                <a:cubicBezTo>
                  <a:pt x="201168" y="41495"/>
                  <a:pt x="203262" y="42328"/>
                  <a:pt x="204944" y="44010"/>
                </a:cubicBezTo>
                <a:cubicBezTo>
                  <a:pt x="206618" y="45683"/>
                  <a:pt x="207459" y="47777"/>
                  <a:pt x="207459" y="50292"/>
                </a:cubicBezTo>
                <a:cubicBezTo>
                  <a:pt x="207459" y="52807"/>
                  <a:pt x="206618" y="54901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43" y="80888"/>
                  <a:pt x="202741" y="85496"/>
                </a:cubicBezTo>
                <a:cubicBezTo>
                  <a:pt x="207349" y="89895"/>
                  <a:pt x="211327" y="94924"/>
                  <a:pt x="214683" y="100584"/>
                </a:cubicBezTo>
                <a:lnTo>
                  <a:pt x="242343" y="100584"/>
                </a:lnTo>
                <a:cubicBezTo>
                  <a:pt x="245068" y="100584"/>
                  <a:pt x="247272" y="101526"/>
                  <a:pt x="248945" y="103409"/>
                </a:cubicBezTo>
                <a:cubicBezTo>
                  <a:pt x="250829" y="105092"/>
                  <a:pt x="251771" y="107287"/>
                  <a:pt x="251771" y="110011"/>
                </a:cubicBezTo>
                <a:cubicBezTo>
                  <a:pt x="251771" y="112736"/>
                  <a:pt x="250829" y="115041"/>
                  <a:pt x="248945" y="116933"/>
                </a:cubicBezTo>
                <a:cubicBezTo>
                  <a:pt x="247272" y="118607"/>
                  <a:pt x="245068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741" y="131280"/>
                  <a:pt x="224741" y="137361"/>
                </a:cubicBezTo>
                <a:cubicBezTo>
                  <a:pt x="224531" y="143232"/>
                  <a:pt x="224430" y="149203"/>
                  <a:pt x="224430" y="155274"/>
                </a:cubicBezTo>
                <a:lnTo>
                  <a:pt x="242343" y="155274"/>
                </a:lnTo>
                <a:cubicBezTo>
                  <a:pt x="245068" y="155274"/>
                  <a:pt x="247272" y="156216"/>
                  <a:pt x="248945" y="158109"/>
                </a:cubicBezTo>
                <a:cubicBezTo>
                  <a:pt x="250829" y="159782"/>
                  <a:pt x="251771" y="161986"/>
                  <a:pt x="251771" y="164711"/>
                </a:cubicBezTo>
                <a:cubicBezTo>
                  <a:pt x="251771" y="167427"/>
                  <a:pt x="250829" y="169630"/>
                  <a:pt x="248945" y="171304"/>
                </a:cubicBezTo>
                <a:cubicBezTo>
                  <a:pt x="247272" y="173197"/>
                  <a:pt x="245068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531" y="185349"/>
                  <a:pt x="224741" y="190799"/>
                </a:cubicBezTo>
                <a:cubicBezTo>
                  <a:pt x="224741" y="196450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68" y="207459"/>
                  <a:pt x="247272" y="208401"/>
                  <a:pt x="248945" y="210285"/>
                </a:cubicBezTo>
                <a:cubicBezTo>
                  <a:pt x="250829" y="211958"/>
                  <a:pt x="251771" y="214162"/>
                  <a:pt x="251771" y="216887"/>
                </a:cubicBezTo>
                <a:cubicBezTo>
                  <a:pt x="251771" y="219611"/>
                  <a:pt x="250829" y="221916"/>
                  <a:pt x="248945" y="223799"/>
                </a:cubicBezTo>
                <a:cubicBezTo>
                  <a:pt x="247272" y="225473"/>
                  <a:pt x="245068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69" y="248104"/>
                  <a:pt x="189537" y="254606"/>
                </a:cubicBezTo>
                <a:cubicBezTo>
                  <a:pt x="177595" y="260887"/>
                  <a:pt x="164711" y="264033"/>
                  <a:pt x="150876" y="264033"/>
                </a:cubicBezTo>
                <a:close/>
                <a:moveTo>
                  <a:pt x="150876" y="245178"/>
                </a:moveTo>
                <a:cubicBezTo>
                  <a:pt x="165964" y="245178"/>
                  <a:pt x="178847" y="239939"/>
                  <a:pt x="189537" y="229460"/>
                </a:cubicBezTo>
                <a:cubicBezTo>
                  <a:pt x="200226" y="218770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26" y="110432"/>
                  <a:pt x="189537" y="99953"/>
                </a:cubicBezTo>
                <a:cubicBezTo>
                  <a:pt x="178847" y="89273"/>
                  <a:pt x="165964" y="83924"/>
                  <a:pt x="150876" y="83924"/>
                </a:cubicBezTo>
                <a:cubicBezTo>
                  <a:pt x="135788" y="83924"/>
                  <a:pt x="122905" y="89273"/>
                  <a:pt x="112215" y="99953"/>
                </a:cubicBezTo>
                <a:cubicBezTo>
                  <a:pt x="101526" y="110432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26" y="218770"/>
                  <a:pt x="112215" y="229460"/>
                </a:cubicBezTo>
                <a:cubicBezTo>
                  <a:pt x="122905" y="239939"/>
                  <a:pt x="135788" y="245178"/>
                  <a:pt x="150876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319" y="201168"/>
                  <a:pt x="171514" y="200226"/>
                  <a:pt x="173197" y="198343"/>
                </a:cubicBezTo>
                <a:cubicBezTo>
                  <a:pt x="175080" y="196660"/>
                  <a:pt x="176022" y="194465"/>
                  <a:pt x="176022" y="191741"/>
                </a:cubicBezTo>
                <a:cubicBezTo>
                  <a:pt x="176022" y="189016"/>
                  <a:pt x="175080" y="186812"/>
                  <a:pt x="173197" y="185139"/>
                </a:cubicBezTo>
                <a:cubicBezTo>
                  <a:pt x="171514" y="183255"/>
                  <a:pt x="169319" y="182313"/>
                  <a:pt x="166595" y="182313"/>
                </a:cubicBezTo>
                <a:lnTo>
                  <a:pt x="135157" y="182313"/>
                </a:lnTo>
                <a:cubicBezTo>
                  <a:pt x="132433" y="182313"/>
                  <a:pt x="130238" y="183255"/>
                  <a:pt x="128555" y="185139"/>
                </a:cubicBezTo>
                <a:cubicBezTo>
                  <a:pt x="126672" y="186812"/>
                  <a:pt x="125730" y="189016"/>
                  <a:pt x="125730" y="191741"/>
                </a:cubicBezTo>
                <a:cubicBezTo>
                  <a:pt x="125730" y="194465"/>
                  <a:pt x="126672" y="196770"/>
                  <a:pt x="128555" y="198653"/>
                </a:cubicBezTo>
                <a:cubicBezTo>
                  <a:pt x="130238" y="200327"/>
                  <a:pt x="132433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319" y="146789"/>
                  <a:pt x="171514" y="145847"/>
                  <a:pt x="173197" y="143963"/>
                </a:cubicBezTo>
                <a:cubicBezTo>
                  <a:pt x="175080" y="142281"/>
                  <a:pt x="176022" y="140086"/>
                  <a:pt x="176022" y="137361"/>
                </a:cubicBezTo>
                <a:cubicBezTo>
                  <a:pt x="176022" y="134636"/>
                  <a:pt x="175080" y="132332"/>
                  <a:pt x="173197" y="130448"/>
                </a:cubicBezTo>
                <a:cubicBezTo>
                  <a:pt x="171514" y="128766"/>
                  <a:pt x="169319" y="127934"/>
                  <a:pt x="166595" y="127934"/>
                </a:cubicBezTo>
                <a:lnTo>
                  <a:pt x="135157" y="127934"/>
                </a:lnTo>
                <a:cubicBezTo>
                  <a:pt x="132433" y="127934"/>
                  <a:pt x="130238" y="128876"/>
                  <a:pt x="128555" y="130759"/>
                </a:cubicBezTo>
                <a:cubicBezTo>
                  <a:pt x="126672" y="132433"/>
                  <a:pt x="125730" y="134636"/>
                  <a:pt x="125730" y="137361"/>
                </a:cubicBezTo>
                <a:cubicBezTo>
                  <a:pt x="125730" y="140086"/>
                  <a:pt x="126672" y="142281"/>
                  <a:pt x="128555" y="143963"/>
                </a:cubicBezTo>
                <a:cubicBezTo>
                  <a:pt x="130238" y="145847"/>
                  <a:pt x="132433" y="146789"/>
                  <a:pt x="135157" y="14678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750" dirty="0"/>
          </a:p>
        </p:txBody>
      </p:sp>
      <p:sp>
        <p:nvSpPr>
          <p:cNvPr id="66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530"/>
                  <a:pt x="111273" y="184197"/>
                </a:cubicBezTo>
                <a:cubicBezTo>
                  <a:pt x="102468" y="176653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04"/>
                  <a:pt x="39603" y="74597"/>
                  <a:pt x="43379" y="71040"/>
                </a:cubicBezTo>
                <a:cubicBezTo>
                  <a:pt x="46936" y="67263"/>
                  <a:pt x="51344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44"/>
                  <a:pt x="91157" y="46936"/>
                  <a:pt x="94924" y="43379"/>
                </a:cubicBezTo>
                <a:cubicBezTo>
                  <a:pt x="98490" y="39603"/>
                  <a:pt x="102888" y="37719"/>
                  <a:pt x="108128" y="37719"/>
                </a:cubicBezTo>
                <a:lnTo>
                  <a:pt x="193624" y="37719"/>
                </a:lnTo>
                <a:cubicBezTo>
                  <a:pt x="198864" y="37719"/>
                  <a:pt x="203262" y="39603"/>
                  <a:pt x="206828" y="43379"/>
                </a:cubicBezTo>
                <a:cubicBezTo>
                  <a:pt x="210595" y="46936"/>
                  <a:pt x="212488" y="51344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408" y="65380"/>
                  <a:pt x="254816" y="67263"/>
                  <a:pt x="258373" y="71040"/>
                </a:cubicBezTo>
                <a:cubicBezTo>
                  <a:pt x="262149" y="74597"/>
                  <a:pt x="264033" y="79004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653"/>
                  <a:pt x="190479" y="184197"/>
                </a:cubicBezTo>
                <a:cubicBezTo>
                  <a:pt x="181682" y="191530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78" y="245178"/>
                  <a:pt x="203582" y="246120"/>
                  <a:pt x="205255" y="248004"/>
                </a:cubicBezTo>
                <a:cubicBezTo>
                  <a:pt x="207139" y="249677"/>
                  <a:pt x="208081" y="251881"/>
                  <a:pt x="208081" y="254606"/>
                </a:cubicBezTo>
                <a:cubicBezTo>
                  <a:pt x="208081" y="257330"/>
                  <a:pt x="207139" y="259635"/>
                  <a:pt x="205255" y="261518"/>
                </a:cubicBezTo>
                <a:cubicBezTo>
                  <a:pt x="203582" y="263192"/>
                  <a:pt x="201378" y="264033"/>
                  <a:pt x="198653" y="264033"/>
                </a:cubicBezTo>
                <a:lnTo>
                  <a:pt x="103099" y="264033"/>
                </a:lnTo>
                <a:cubicBezTo>
                  <a:pt x="100374" y="264033"/>
                  <a:pt x="98170" y="263091"/>
                  <a:pt x="96497" y="261208"/>
                </a:cubicBezTo>
                <a:cubicBezTo>
                  <a:pt x="94613" y="259525"/>
                  <a:pt x="93671" y="257330"/>
                  <a:pt x="93671" y="254606"/>
                </a:cubicBezTo>
                <a:cubicBezTo>
                  <a:pt x="93671" y="251881"/>
                  <a:pt x="94613" y="249677"/>
                  <a:pt x="96497" y="248004"/>
                </a:cubicBezTo>
                <a:cubicBezTo>
                  <a:pt x="98170" y="246120"/>
                  <a:pt x="100374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719" y="115772"/>
                  <a:pt x="66011" y="122905"/>
                </a:cubicBezTo>
                <a:cubicBezTo>
                  <a:pt x="72082" y="129817"/>
                  <a:pt x="79836" y="134325"/>
                  <a:pt x="89273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70" y="129817"/>
                  <a:pt x="236062" y="122905"/>
                </a:cubicBezTo>
                <a:cubicBezTo>
                  <a:pt x="242133" y="115772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750" dirty="0"/>
          </a:p>
        </p:txBody>
      </p:sp>
      <p:sp>
        <p:nvSpPr>
          <p:cNvPr id="68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75"/>
                  <a:pt x="87069" y="253975"/>
                </a:cubicBezTo>
                <a:cubicBezTo>
                  <a:pt x="85186" y="253764"/>
                  <a:pt x="83503" y="253133"/>
                  <a:pt x="82040" y="252091"/>
                </a:cubicBezTo>
                <a:cubicBezTo>
                  <a:pt x="80568" y="251039"/>
                  <a:pt x="79525" y="249677"/>
                  <a:pt x="78894" y="248004"/>
                </a:cubicBezTo>
                <a:cubicBezTo>
                  <a:pt x="78053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502" y="127723"/>
                  <a:pt x="39292" y="126041"/>
                </a:cubicBezTo>
                <a:cubicBezTo>
                  <a:pt x="38871" y="124157"/>
                  <a:pt x="38871" y="122374"/>
                  <a:pt x="39292" y="120701"/>
                </a:cubicBezTo>
                <a:cubicBezTo>
                  <a:pt x="39712" y="119027"/>
                  <a:pt x="40654" y="117665"/>
                  <a:pt x="42117" y="116613"/>
                </a:cubicBezTo>
                <a:cubicBezTo>
                  <a:pt x="43589" y="115361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328"/>
                  <a:pt x="145847" y="41495"/>
                </a:cubicBezTo>
                <a:cubicBezTo>
                  <a:pt x="147520" y="40444"/>
                  <a:pt x="149203" y="39923"/>
                  <a:pt x="150876" y="39923"/>
                </a:cubicBezTo>
                <a:cubicBezTo>
                  <a:pt x="152549" y="39923"/>
                  <a:pt x="154232" y="40444"/>
                  <a:pt x="155905" y="41495"/>
                </a:cubicBezTo>
                <a:cubicBezTo>
                  <a:pt x="157579" y="42328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61"/>
                  <a:pt x="259635" y="116613"/>
                </a:cubicBezTo>
                <a:cubicBezTo>
                  <a:pt x="261098" y="117665"/>
                  <a:pt x="262040" y="119027"/>
                  <a:pt x="262460" y="120701"/>
                </a:cubicBezTo>
                <a:cubicBezTo>
                  <a:pt x="262881" y="122374"/>
                  <a:pt x="262981" y="124157"/>
                  <a:pt x="262780" y="126041"/>
                </a:cubicBezTo>
                <a:cubicBezTo>
                  <a:pt x="262360" y="127723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99" y="246330"/>
                  <a:pt x="223168" y="248004"/>
                </a:cubicBezTo>
                <a:cubicBezTo>
                  <a:pt x="222336" y="249677"/>
                  <a:pt x="221184" y="251039"/>
                  <a:pt x="219712" y="252091"/>
                </a:cubicBezTo>
                <a:cubicBezTo>
                  <a:pt x="218249" y="253133"/>
                  <a:pt x="216566" y="253764"/>
                  <a:pt x="214683" y="253975"/>
                </a:cubicBezTo>
                <a:cubicBezTo>
                  <a:pt x="212799" y="253975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750" dirty="0"/>
          </a:p>
        </p:txBody>
      </p:sp>
      <p:sp>
        <p:nvSpPr>
          <p:cNvPr id="70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519" y="259214"/>
                  <a:pt x="70720" y="249576"/>
                </a:cubicBezTo>
                <a:cubicBezTo>
                  <a:pt x="48719" y="239728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829" y="62344"/>
                  <a:pt x="71040" y="52496"/>
                </a:cubicBezTo>
                <a:cubicBezTo>
                  <a:pt x="93040" y="42648"/>
                  <a:pt x="119649" y="37719"/>
                  <a:pt x="150876" y="37719"/>
                </a:cubicBezTo>
                <a:cubicBezTo>
                  <a:pt x="182103" y="37719"/>
                  <a:pt x="208812" y="42648"/>
                  <a:pt x="231032" y="52496"/>
                </a:cubicBezTo>
                <a:cubicBezTo>
                  <a:pt x="253033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133" y="239728"/>
                  <a:pt x="231343" y="249576"/>
                </a:cubicBezTo>
                <a:cubicBezTo>
                  <a:pt x="209343" y="259214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443" y="107917"/>
                  <a:pt x="206508" y="102468"/>
                </a:cubicBezTo>
                <a:cubicBezTo>
                  <a:pt x="225372" y="96817"/>
                  <a:pt x="237525" y="90526"/>
                  <a:pt x="242974" y="83613"/>
                </a:cubicBezTo>
                <a:cubicBezTo>
                  <a:pt x="237314" y="76901"/>
                  <a:pt x="225061" y="70720"/>
                  <a:pt x="206197" y="65069"/>
                </a:cubicBezTo>
                <a:cubicBezTo>
                  <a:pt x="187132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338"/>
                  <a:pt x="94924" y="102788"/>
                </a:cubicBezTo>
                <a:cubicBezTo>
                  <a:pt x="113367" y="10802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85"/>
                  <a:pt x="176964" y="176653"/>
                </a:cubicBezTo>
                <a:cubicBezTo>
                  <a:pt x="185770" y="175601"/>
                  <a:pt x="194255" y="174138"/>
                  <a:pt x="202430" y="172255"/>
                </a:cubicBezTo>
                <a:cubicBezTo>
                  <a:pt x="210385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76" y="125419"/>
                  <a:pt x="99011" y="123526"/>
                </a:cubicBezTo>
                <a:cubicBezTo>
                  <a:pt x="90836" y="121643"/>
                  <a:pt x="83192" y="119338"/>
                  <a:pt x="76069" y="116613"/>
                </a:cubicBezTo>
                <a:cubicBezTo>
                  <a:pt x="68735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526" y="170362"/>
                  <a:pt x="98700" y="172255"/>
                </a:cubicBezTo>
                <a:cubicBezTo>
                  <a:pt x="106665" y="174138"/>
                  <a:pt x="115041" y="175601"/>
                  <a:pt x="123846" y="176653"/>
                </a:cubicBezTo>
                <a:cubicBezTo>
                  <a:pt x="132643" y="177485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337"/>
                  <a:pt x="181993" y="242663"/>
                </a:cubicBezTo>
                <a:cubicBezTo>
                  <a:pt x="192682" y="240771"/>
                  <a:pt x="202530" y="238366"/>
                  <a:pt x="211537" y="235431"/>
                </a:cubicBezTo>
                <a:cubicBezTo>
                  <a:pt x="220343" y="232495"/>
                  <a:pt x="227887" y="229249"/>
                  <a:pt x="234169" y="225683"/>
                </a:cubicBezTo>
                <a:cubicBezTo>
                  <a:pt x="240249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83"/>
                  <a:pt x="225372" y="184508"/>
                </a:cubicBezTo>
                <a:cubicBezTo>
                  <a:pt x="218039" y="187022"/>
                  <a:pt x="210385" y="189226"/>
                  <a:pt x="202430" y="191110"/>
                </a:cubicBezTo>
                <a:cubicBezTo>
                  <a:pt x="194255" y="192993"/>
                  <a:pt x="185870" y="194465"/>
                  <a:pt x="177284" y="195508"/>
                </a:cubicBezTo>
                <a:cubicBezTo>
                  <a:pt x="168478" y="196349"/>
                  <a:pt x="159572" y="196770"/>
                  <a:pt x="150565" y="196770"/>
                </a:cubicBezTo>
                <a:cubicBezTo>
                  <a:pt x="141549" y="196770"/>
                  <a:pt x="132643" y="196349"/>
                  <a:pt x="123846" y="195508"/>
                </a:cubicBezTo>
                <a:cubicBezTo>
                  <a:pt x="115041" y="194465"/>
                  <a:pt x="106665" y="192993"/>
                  <a:pt x="98700" y="191110"/>
                </a:cubicBezTo>
                <a:cubicBezTo>
                  <a:pt x="90526" y="189226"/>
                  <a:pt x="82881" y="187022"/>
                  <a:pt x="75749" y="184508"/>
                </a:cubicBezTo>
                <a:cubicBezTo>
                  <a:pt x="68626" y="181783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227"/>
                  <a:pt x="67263" y="226003"/>
                </a:cubicBezTo>
                <a:cubicBezTo>
                  <a:pt x="73344" y="229560"/>
                  <a:pt x="80888" y="232806"/>
                  <a:pt x="89895" y="235741"/>
                </a:cubicBezTo>
                <a:cubicBezTo>
                  <a:pt x="98911" y="238466"/>
                  <a:pt x="108759" y="240771"/>
                  <a:pt x="119448" y="242663"/>
                </a:cubicBezTo>
                <a:cubicBezTo>
                  <a:pt x="130128" y="24433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750" dirty="0"/>
          </a:p>
        </p:txBody>
      </p:sp>
      <p:sp>
        <p:nvSpPr>
          <p:cNvPr id="72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6380"/>
                </a:moveTo>
                <a:cubicBezTo>
                  <a:pt x="85807" y="76380"/>
                  <a:pt x="82141" y="77953"/>
                  <a:pt x="79214" y="81098"/>
                </a:cubicBezTo>
                <a:cubicBezTo>
                  <a:pt x="76069" y="84033"/>
                  <a:pt x="74496" y="87700"/>
                  <a:pt x="74496" y="92098"/>
                </a:cubicBezTo>
                <a:cubicBezTo>
                  <a:pt x="74496" y="96497"/>
                  <a:pt x="76069" y="100273"/>
                  <a:pt x="79214" y="103409"/>
                </a:cubicBezTo>
                <a:cubicBezTo>
                  <a:pt x="82141" y="106345"/>
                  <a:pt x="85807" y="107817"/>
                  <a:pt x="90215" y="107817"/>
                </a:cubicBezTo>
                <a:cubicBezTo>
                  <a:pt x="94613" y="107817"/>
                  <a:pt x="98380" y="106244"/>
                  <a:pt x="101526" y="103099"/>
                </a:cubicBezTo>
                <a:cubicBezTo>
                  <a:pt x="104461" y="100163"/>
                  <a:pt x="105924" y="96497"/>
                  <a:pt x="105924" y="92098"/>
                </a:cubicBezTo>
                <a:cubicBezTo>
                  <a:pt x="105924" y="87700"/>
                  <a:pt x="104360" y="84033"/>
                  <a:pt x="101215" y="81098"/>
                </a:cubicBezTo>
                <a:cubicBezTo>
                  <a:pt x="98280" y="77953"/>
                  <a:pt x="94613" y="76380"/>
                  <a:pt x="90215" y="76380"/>
                </a:cubicBezTo>
                <a:close/>
                <a:moveTo>
                  <a:pt x="90215" y="206508"/>
                </a:moveTo>
                <a:cubicBezTo>
                  <a:pt x="85807" y="206508"/>
                  <a:pt x="82141" y="208081"/>
                  <a:pt x="79214" y="211226"/>
                </a:cubicBezTo>
                <a:cubicBezTo>
                  <a:pt x="76069" y="214162"/>
                  <a:pt x="74496" y="217828"/>
                  <a:pt x="74496" y="222227"/>
                </a:cubicBezTo>
                <a:cubicBezTo>
                  <a:pt x="74496" y="226625"/>
                  <a:pt x="76069" y="230401"/>
                  <a:pt x="79214" y="233547"/>
                </a:cubicBezTo>
                <a:cubicBezTo>
                  <a:pt x="82141" y="236473"/>
                  <a:pt x="85807" y="237945"/>
                  <a:pt x="90215" y="237945"/>
                </a:cubicBezTo>
                <a:cubicBezTo>
                  <a:pt x="94613" y="237945"/>
                  <a:pt x="98380" y="236372"/>
                  <a:pt x="101526" y="233227"/>
                </a:cubicBezTo>
                <a:cubicBezTo>
                  <a:pt x="104461" y="230292"/>
                  <a:pt x="105924" y="226625"/>
                  <a:pt x="105924" y="222227"/>
                </a:cubicBezTo>
                <a:cubicBezTo>
                  <a:pt x="105924" y="217828"/>
                  <a:pt x="104360" y="214162"/>
                  <a:pt x="101215" y="211226"/>
                </a:cubicBezTo>
                <a:cubicBezTo>
                  <a:pt x="98280" y="208081"/>
                  <a:pt x="94613" y="206508"/>
                  <a:pt x="90215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104" y="39081"/>
                  <a:pt x="261208" y="41175"/>
                </a:cubicBezTo>
                <a:cubicBezTo>
                  <a:pt x="263091" y="43059"/>
                  <a:pt x="264033" y="45683"/>
                  <a:pt x="264033" y="49039"/>
                </a:cubicBezTo>
                <a:lnTo>
                  <a:pt x="264033" y="133585"/>
                </a:lnTo>
                <a:cubicBezTo>
                  <a:pt x="264033" y="137151"/>
                  <a:pt x="263091" y="140187"/>
                  <a:pt x="261208" y="142701"/>
                </a:cubicBezTo>
                <a:cubicBezTo>
                  <a:pt x="259104" y="145216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748" y="145216"/>
                  <a:pt x="40865" y="142701"/>
                </a:cubicBezTo>
                <a:cubicBezTo>
                  <a:pt x="38771" y="140187"/>
                  <a:pt x="37719" y="137151"/>
                  <a:pt x="37719" y="133585"/>
                </a:cubicBezTo>
                <a:lnTo>
                  <a:pt x="37719" y="49039"/>
                </a:lnTo>
                <a:cubicBezTo>
                  <a:pt x="37719" y="45683"/>
                  <a:pt x="38771" y="43059"/>
                  <a:pt x="40865" y="41175"/>
                </a:cubicBezTo>
                <a:cubicBezTo>
                  <a:pt x="42748" y="39081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210"/>
                  <a:pt x="260266" y="171935"/>
                </a:cubicBezTo>
                <a:cubicBezTo>
                  <a:pt x="262780" y="174449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56"/>
                  <a:pt x="260266" y="273460"/>
                </a:cubicBezTo>
                <a:cubicBezTo>
                  <a:pt x="257751" y="275554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800" y="275554"/>
                  <a:pt x="41495" y="273460"/>
                </a:cubicBezTo>
                <a:cubicBezTo>
                  <a:pt x="38981" y="271156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71" y="174449"/>
                  <a:pt x="40865" y="171935"/>
                </a:cubicBezTo>
                <a:cubicBezTo>
                  <a:pt x="42748" y="169210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750" dirty="0"/>
          </a:p>
        </p:txBody>
      </p:sp>
      <p:sp>
        <p:nvSpPr>
          <p:cNvPr id="74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842" y="245068"/>
                  <a:pt x="32059" y="232285"/>
                </a:cubicBezTo>
                <a:cubicBezTo>
                  <a:pt x="19065" y="219291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81"/>
                  <a:pt x="97759" y="70098"/>
                </a:cubicBezTo>
                <a:cubicBezTo>
                  <a:pt x="113258" y="57104"/>
                  <a:pt x="131180" y="50603"/>
                  <a:pt x="151507" y="50603"/>
                </a:cubicBezTo>
                <a:cubicBezTo>
                  <a:pt x="174970" y="50603"/>
                  <a:pt x="194776" y="59198"/>
                  <a:pt x="210916" y="76380"/>
                </a:cubicBezTo>
                <a:cubicBezTo>
                  <a:pt x="227046" y="93351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724"/>
                  <a:pt x="273460" y="159993"/>
                </a:cubicBezTo>
                <a:cubicBezTo>
                  <a:pt x="283939" y="170051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93" y="76069"/>
                  <a:pt x="103409" y="89273"/>
                </a:cubicBezTo>
                <a:cubicBezTo>
                  <a:pt x="90425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81"/>
                  <a:pt x="44952" y="151507"/>
                </a:cubicBezTo>
                <a:cubicBezTo>
                  <a:pt x="35936" y="160514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750" dirty="0"/>
          </a:p>
        </p:txBody>
      </p:sp>
      <p:sp>
        <p:nvSpPr>
          <p:cNvPr id="76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276" y="264033"/>
                  <a:pt x="17081" y="263091"/>
                  <a:pt x="15398" y="261208"/>
                </a:cubicBezTo>
                <a:cubicBezTo>
                  <a:pt x="13515" y="259525"/>
                  <a:pt x="12573" y="257330"/>
                  <a:pt x="12573" y="254606"/>
                </a:cubicBezTo>
                <a:cubicBezTo>
                  <a:pt x="12573" y="251881"/>
                  <a:pt x="13515" y="249677"/>
                  <a:pt x="15398" y="248004"/>
                </a:cubicBezTo>
                <a:cubicBezTo>
                  <a:pt x="17081" y="246120"/>
                  <a:pt x="19276" y="245178"/>
                  <a:pt x="22000" y="245178"/>
                </a:cubicBezTo>
                <a:lnTo>
                  <a:pt x="279752" y="245178"/>
                </a:lnTo>
                <a:cubicBezTo>
                  <a:pt x="282476" y="245178"/>
                  <a:pt x="284671" y="246120"/>
                  <a:pt x="286354" y="248004"/>
                </a:cubicBezTo>
                <a:cubicBezTo>
                  <a:pt x="288237" y="249677"/>
                  <a:pt x="289179" y="251881"/>
                  <a:pt x="289179" y="254606"/>
                </a:cubicBezTo>
                <a:cubicBezTo>
                  <a:pt x="289179" y="257330"/>
                  <a:pt x="288237" y="259635"/>
                  <a:pt x="286354" y="261518"/>
                </a:cubicBezTo>
                <a:cubicBezTo>
                  <a:pt x="284671" y="263192"/>
                  <a:pt x="282476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750" dirty="0"/>
          </a:p>
        </p:txBody>
      </p:sp>
      <p:sp>
        <p:nvSpPr>
          <p:cNvPr id="78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332" y="209654"/>
                  <a:pt x="110332" y="212168"/>
                </a:cubicBezTo>
                <a:cubicBezTo>
                  <a:pt x="110121" y="214683"/>
                  <a:pt x="109070" y="216887"/>
                  <a:pt x="107186" y="218770"/>
                </a:cubicBezTo>
                <a:cubicBezTo>
                  <a:pt x="105302" y="220654"/>
                  <a:pt x="103099" y="221596"/>
                  <a:pt x="100584" y="221596"/>
                </a:cubicBezTo>
                <a:cubicBezTo>
                  <a:pt x="97859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801" y="77953"/>
                  <a:pt x="101526" y="77953"/>
                </a:cubicBezTo>
                <a:cubicBezTo>
                  <a:pt x="104040" y="77953"/>
                  <a:pt x="106244" y="78894"/>
                  <a:pt x="108128" y="80778"/>
                </a:cubicBezTo>
                <a:cubicBezTo>
                  <a:pt x="110011" y="82671"/>
                  <a:pt x="110953" y="84975"/>
                  <a:pt x="110953" y="87700"/>
                </a:cubicBezTo>
                <a:cubicBezTo>
                  <a:pt x="110953" y="90215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530" y="90836"/>
                  <a:pt x="191741" y="88322"/>
                </a:cubicBezTo>
                <a:cubicBezTo>
                  <a:pt x="191741" y="85807"/>
                  <a:pt x="192682" y="83613"/>
                  <a:pt x="194566" y="81729"/>
                </a:cubicBezTo>
                <a:cubicBezTo>
                  <a:pt x="196450" y="79836"/>
                  <a:pt x="198754" y="78894"/>
                  <a:pt x="201479" y="78894"/>
                </a:cubicBezTo>
                <a:cubicBezTo>
                  <a:pt x="203993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547"/>
                  <a:pt x="200537" y="222547"/>
                </a:cubicBezTo>
                <a:cubicBezTo>
                  <a:pt x="198022" y="222336"/>
                  <a:pt x="195828" y="221285"/>
                  <a:pt x="193935" y="219401"/>
                </a:cubicBezTo>
                <a:cubicBezTo>
                  <a:pt x="192051" y="217517"/>
                  <a:pt x="191110" y="215314"/>
                  <a:pt x="191110" y="212799"/>
                </a:cubicBezTo>
                <a:cubicBezTo>
                  <a:pt x="191110" y="210074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750" dirty="0"/>
          </a:p>
        </p:txBody>
      </p:sp>
      <p:sp>
        <p:nvSpPr>
          <p:cNvPr id="80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750" dirty="0"/>
          </a:p>
        </p:txBody>
      </p:sp>
      <p:sp>
        <p:nvSpPr>
          <p:cNvPr id="82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20"/>
                  <a:pt x="22321" y="173818"/>
                </a:cubicBezTo>
                <a:cubicBezTo>
                  <a:pt x="15819" y="167326"/>
                  <a:pt x="12573" y="159362"/>
                  <a:pt x="12573" y="149934"/>
                </a:cubicBezTo>
                <a:cubicBezTo>
                  <a:pt x="12573" y="140507"/>
                  <a:pt x="15819" y="132542"/>
                  <a:pt x="22321" y="126041"/>
                </a:cubicBezTo>
                <a:cubicBezTo>
                  <a:pt x="28813" y="119549"/>
                  <a:pt x="36777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392"/>
                  <a:pt x="174769" y="34894"/>
                </a:cubicBezTo>
                <a:cubicBezTo>
                  <a:pt x="181262" y="41386"/>
                  <a:pt x="184508" y="49350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49"/>
                  <a:pt x="279431" y="126041"/>
                </a:cubicBezTo>
                <a:cubicBezTo>
                  <a:pt x="285933" y="132542"/>
                  <a:pt x="289179" y="140507"/>
                  <a:pt x="289179" y="149934"/>
                </a:cubicBezTo>
                <a:cubicBezTo>
                  <a:pt x="289179" y="159362"/>
                  <a:pt x="285933" y="167326"/>
                  <a:pt x="279431" y="173818"/>
                </a:cubicBezTo>
                <a:cubicBezTo>
                  <a:pt x="272939" y="180320"/>
                  <a:pt x="264975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933" y="148361"/>
                </a:moveTo>
                <a:cubicBezTo>
                  <a:pt x="119238" y="146057"/>
                  <a:pt x="120390" y="143122"/>
                  <a:pt x="120390" y="139565"/>
                </a:cubicBezTo>
                <a:cubicBezTo>
                  <a:pt x="120390" y="135999"/>
                  <a:pt x="119128" y="133063"/>
                  <a:pt x="116613" y="130759"/>
                </a:cubicBezTo>
                <a:cubicBezTo>
                  <a:pt x="114309" y="128245"/>
                  <a:pt x="111374" y="126992"/>
                  <a:pt x="107817" y="126992"/>
                </a:cubicBezTo>
                <a:cubicBezTo>
                  <a:pt x="104251" y="126992"/>
                  <a:pt x="101316" y="128245"/>
                  <a:pt x="99011" y="130759"/>
                </a:cubicBezTo>
                <a:cubicBezTo>
                  <a:pt x="96497" y="133063"/>
                  <a:pt x="95244" y="135999"/>
                  <a:pt x="95244" y="139565"/>
                </a:cubicBezTo>
                <a:cubicBezTo>
                  <a:pt x="95244" y="143122"/>
                  <a:pt x="96497" y="146158"/>
                  <a:pt x="99011" y="148672"/>
                </a:cubicBezTo>
                <a:cubicBezTo>
                  <a:pt x="101316" y="150977"/>
                  <a:pt x="104251" y="152138"/>
                  <a:pt x="107817" y="152138"/>
                </a:cubicBezTo>
                <a:cubicBezTo>
                  <a:pt x="111374" y="152138"/>
                  <a:pt x="114419" y="150876"/>
                  <a:pt x="116933" y="148361"/>
                </a:cubicBezTo>
                <a:close/>
                <a:moveTo>
                  <a:pt x="203052" y="148361"/>
                </a:moveTo>
                <a:cubicBezTo>
                  <a:pt x="205356" y="146057"/>
                  <a:pt x="206508" y="143122"/>
                  <a:pt x="206508" y="139565"/>
                </a:cubicBezTo>
                <a:cubicBezTo>
                  <a:pt x="206508" y="135999"/>
                  <a:pt x="205255" y="133063"/>
                  <a:pt x="202741" y="130759"/>
                </a:cubicBezTo>
                <a:cubicBezTo>
                  <a:pt x="200436" y="128245"/>
                  <a:pt x="197501" y="126992"/>
                  <a:pt x="193935" y="126992"/>
                </a:cubicBezTo>
                <a:cubicBezTo>
                  <a:pt x="190378" y="126992"/>
                  <a:pt x="187443" y="128245"/>
                  <a:pt x="185139" y="130759"/>
                </a:cubicBezTo>
                <a:cubicBezTo>
                  <a:pt x="182624" y="133063"/>
                  <a:pt x="181362" y="135999"/>
                  <a:pt x="181362" y="139565"/>
                </a:cubicBezTo>
                <a:cubicBezTo>
                  <a:pt x="181362" y="143122"/>
                  <a:pt x="182624" y="146158"/>
                  <a:pt x="185139" y="148672"/>
                </a:cubicBezTo>
                <a:cubicBezTo>
                  <a:pt x="187443" y="150977"/>
                  <a:pt x="190378" y="152138"/>
                  <a:pt x="193935" y="152138"/>
                </a:cubicBezTo>
                <a:cubicBezTo>
                  <a:pt x="197501" y="152138"/>
                  <a:pt x="200537" y="150876"/>
                  <a:pt x="203052" y="148361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80" y="212168"/>
                  <a:pt x="199175" y="211226"/>
                  <a:pt x="200857" y="209343"/>
                </a:cubicBezTo>
                <a:cubicBezTo>
                  <a:pt x="202741" y="207660"/>
                  <a:pt x="203683" y="205466"/>
                  <a:pt x="203683" y="202741"/>
                </a:cubicBezTo>
                <a:cubicBezTo>
                  <a:pt x="203683" y="200016"/>
                  <a:pt x="202741" y="197812"/>
                  <a:pt x="200857" y="196139"/>
                </a:cubicBezTo>
                <a:cubicBezTo>
                  <a:pt x="199175" y="194255"/>
                  <a:pt x="196980" y="193313"/>
                  <a:pt x="194255" y="193313"/>
                </a:cubicBezTo>
                <a:lnTo>
                  <a:pt x="107497" y="193313"/>
                </a:lnTo>
                <a:cubicBezTo>
                  <a:pt x="104772" y="193313"/>
                  <a:pt x="102577" y="194255"/>
                  <a:pt x="100895" y="196139"/>
                </a:cubicBezTo>
                <a:cubicBezTo>
                  <a:pt x="99011" y="197812"/>
                  <a:pt x="98069" y="200016"/>
                  <a:pt x="98069" y="202741"/>
                </a:cubicBezTo>
                <a:cubicBezTo>
                  <a:pt x="98069" y="205466"/>
                  <a:pt x="99011" y="207770"/>
                  <a:pt x="100895" y="209654"/>
                </a:cubicBezTo>
                <a:cubicBezTo>
                  <a:pt x="102577" y="211327"/>
                  <a:pt x="104772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750" dirty="0"/>
          </a:p>
        </p:txBody>
      </p:sp>
      <p:sp>
        <p:nvSpPr>
          <p:cNvPr id="84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316" y="260055"/>
                  <a:pt x="93982" y="252091"/>
                </a:cubicBezTo>
                <a:cubicBezTo>
                  <a:pt x="86438" y="244127"/>
                  <a:pt x="82141" y="235120"/>
                  <a:pt x="81098" y="225061"/>
                </a:cubicBezTo>
                <a:cubicBezTo>
                  <a:pt x="68735" y="224010"/>
                  <a:pt x="58467" y="218871"/>
                  <a:pt x="50292" y="209654"/>
                </a:cubicBezTo>
                <a:cubicBezTo>
                  <a:pt x="41907" y="200226"/>
                  <a:pt x="37719" y="188805"/>
                  <a:pt x="37719" y="175391"/>
                </a:cubicBezTo>
                <a:cubicBezTo>
                  <a:pt x="37719" y="170782"/>
                  <a:pt x="38350" y="166384"/>
                  <a:pt x="39603" y="162196"/>
                </a:cubicBezTo>
                <a:cubicBezTo>
                  <a:pt x="40654" y="157789"/>
                  <a:pt x="42328" y="153601"/>
                  <a:pt x="44632" y="149623"/>
                </a:cubicBezTo>
                <a:cubicBezTo>
                  <a:pt x="42328" y="145847"/>
                  <a:pt x="40654" y="141869"/>
                  <a:pt x="39603" y="137672"/>
                </a:cubicBezTo>
                <a:cubicBezTo>
                  <a:pt x="38350" y="133484"/>
                  <a:pt x="37719" y="128976"/>
                  <a:pt x="37719" y="124157"/>
                </a:cubicBezTo>
                <a:cubicBezTo>
                  <a:pt x="37719" y="111584"/>
                  <a:pt x="42117" y="100794"/>
                  <a:pt x="50923" y="91787"/>
                </a:cubicBezTo>
                <a:cubicBezTo>
                  <a:pt x="59509" y="82771"/>
                  <a:pt x="69778" y="77532"/>
                  <a:pt x="81729" y="76069"/>
                </a:cubicBezTo>
                <a:cubicBezTo>
                  <a:pt x="82141" y="65380"/>
                  <a:pt x="86228" y="56373"/>
                  <a:pt x="93982" y="49039"/>
                </a:cubicBezTo>
                <a:cubicBezTo>
                  <a:pt x="101526" y="41495"/>
                  <a:pt x="110642" y="37719"/>
                  <a:pt x="121332" y="37719"/>
                </a:cubicBezTo>
                <a:cubicBezTo>
                  <a:pt x="127403" y="37719"/>
                  <a:pt x="132853" y="38871"/>
                  <a:pt x="137672" y="41175"/>
                </a:cubicBezTo>
                <a:cubicBezTo>
                  <a:pt x="142281" y="43269"/>
                  <a:pt x="146688" y="46415"/>
                  <a:pt x="150876" y="50603"/>
                </a:cubicBezTo>
                <a:cubicBezTo>
                  <a:pt x="155064" y="46415"/>
                  <a:pt x="159471" y="43269"/>
                  <a:pt x="164080" y="41175"/>
                </a:cubicBezTo>
                <a:cubicBezTo>
                  <a:pt x="168689" y="38871"/>
                  <a:pt x="174029" y="37719"/>
                  <a:pt x="180109" y="37719"/>
                </a:cubicBezTo>
                <a:cubicBezTo>
                  <a:pt x="190588" y="37719"/>
                  <a:pt x="199595" y="41495"/>
                  <a:pt x="207139" y="49039"/>
                </a:cubicBezTo>
                <a:cubicBezTo>
                  <a:pt x="214683" y="56373"/>
                  <a:pt x="218770" y="65380"/>
                  <a:pt x="219401" y="76069"/>
                </a:cubicBezTo>
                <a:cubicBezTo>
                  <a:pt x="231554" y="77111"/>
                  <a:pt x="242033" y="82250"/>
                  <a:pt x="250829" y="91467"/>
                </a:cubicBezTo>
                <a:cubicBezTo>
                  <a:pt x="259635" y="100483"/>
                  <a:pt x="264033" y="111374"/>
                  <a:pt x="264033" y="124157"/>
                </a:cubicBezTo>
                <a:cubicBezTo>
                  <a:pt x="264033" y="128976"/>
                  <a:pt x="263402" y="133585"/>
                  <a:pt x="262149" y="137992"/>
                </a:cubicBezTo>
                <a:cubicBezTo>
                  <a:pt x="260887" y="142180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946" y="201269"/>
                  <a:pt x="251771" y="210285"/>
                </a:cubicBezTo>
                <a:cubicBezTo>
                  <a:pt x="243395" y="219081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97" y="236062"/>
                  <a:pt x="166595" y="239829"/>
                </a:cubicBezTo>
                <a:cubicBezTo>
                  <a:pt x="170572" y="243395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91"/>
                  <a:pt x="188284" y="216566"/>
                </a:cubicBezTo>
                <a:cubicBezTo>
                  <a:pt x="184087" y="213640"/>
                  <a:pt x="180530" y="210074"/>
                  <a:pt x="177595" y="205886"/>
                </a:cubicBezTo>
                <a:cubicBezTo>
                  <a:pt x="175921" y="203582"/>
                  <a:pt x="175290" y="201269"/>
                  <a:pt x="175711" y="198964"/>
                </a:cubicBezTo>
                <a:cubicBezTo>
                  <a:pt x="176123" y="196450"/>
                  <a:pt x="177485" y="194356"/>
                  <a:pt x="179798" y="192682"/>
                </a:cubicBezTo>
                <a:cubicBezTo>
                  <a:pt x="182103" y="191009"/>
                  <a:pt x="184508" y="190378"/>
                  <a:pt x="187022" y="190799"/>
                </a:cubicBezTo>
                <a:cubicBezTo>
                  <a:pt x="189327" y="191210"/>
                  <a:pt x="191320" y="192573"/>
                  <a:pt x="192993" y="194886"/>
                </a:cubicBezTo>
                <a:cubicBezTo>
                  <a:pt x="195718" y="198653"/>
                  <a:pt x="199074" y="201589"/>
                  <a:pt x="203052" y="203683"/>
                </a:cubicBezTo>
                <a:cubicBezTo>
                  <a:pt x="207038" y="205566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76"/>
                  <a:pt x="244547" y="170993"/>
                </a:cubicBezTo>
                <a:cubicBezTo>
                  <a:pt x="244127" y="168899"/>
                  <a:pt x="243706" y="166805"/>
                  <a:pt x="243285" y="164711"/>
                </a:cubicBezTo>
                <a:cubicBezTo>
                  <a:pt x="239518" y="167427"/>
                  <a:pt x="235431" y="169530"/>
                  <a:pt x="231032" y="170993"/>
                </a:cubicBezTo>
                <a:cubicBezTo>
                  <a:pt x="226415" y="172255"/>
                  <a:pt x="221705" y="172876"/>
                  <a:pt x="216887" y="172876"/>
                </a:cubicBezTo>
                <a:cubicBezTo>
                  <a:pt x="214162" y="172876"/>
                  <a:pt x="211958" y="172044"/>
                  <a:pt x="210285" y="170362"/>
                </a:cubicBezTo>
                <a:cubicBezTo>
                  <a:pt x="208401" y="168478"/>
                  <a:pt x="207459" y="166174"/>
                  <a:pt x="207459" y="163449"/>
                </a:cubicBezTo>
                <a:cubicBezTo>
                  <a:pt x="207459" y="160724"/>
                  <a:pt x="208401" y="158520"/>
                  <a:pt x="210285" y="156847"/>
                </a:cubicBezTo>
                <a:cubicBezTo>
                  <a:pt x="211958" y="154963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226" y="104150"/>
                  <a:pt x="207459" y="108128"/>
                </a:cubicBezTo>
                <a:cubicBezTo>
                  <a:pt x="203472" y="111904"/>
                  <a:pt x="198964" y="114730"/>
                  <a:pt x="193935" y="116613"/>
                </a:cubicBezTo>
                <a:cubicBezTo>
                  <a:pt x="191420" y="117665"/>
                  <a:pt x="189016" y="117665"/>
                  <a:pt x="186711" y="116613"/>
                </a:cubicBezTo>
                <a:cubicBezTo>
                  <a:pt x="184407" y="115361"/>
                  <a:pt x="182834" y="113468"/>
                  <a:pt x="181993" y="110953"/>
                </a:cubicBezTo>
                <a:cubicBezTo>
                  <a:pt x="181152" y="108439"/>
                  <a:pt x="181262" y="106034"/>
                  <a:pt x="182313" y="103730"/>
                </a:cubicBezTo>
                <a:cubicBezTo>
                  <a:pt x="183355" y="101215"/>
                  <a:pt x="185139" y="99532"/>
                  <a:pt x="187653" y="98700"/>
                </a:cubicBezTo>
                <a:cubicBezTo>
                  <a:pt x="191420" y="97438"/>
                  <a:pt x="194566" y="94924"/>
                  <a:pt x="197081" y="91157"/>
                </a:cubicBezTo>
                <a:cubicBezTo>
                  <a:pt x="199385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67"/>
                  <a:pt x="166274" y="62234"/>
                </a:cubicBezTo>
                <a:cubicBezTo>
                  <a:pt x="162297" y="65800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65" y="65800"/>
                  <a:pt x="135788" y="62234"/>
                </a:cubicBezTo>
                <a:cubicBezTo>
                  <a:pt x="131811" y="58467"/>
                  <a:pt x="126992" y="56583"/>
                  <a:pt x="121332" y="56583"/>
                </a:cubicBezTo>
                <a:cubicBezTo>
                  <a:pt x="115882" y="56583"/>
                  <a:pt x="111164" y="58677"/>
                  <a:pt x="107186" y="62865"/>
                </a:cubicBezTo>
                <a:cubicBezTo>
                  <a:pt x="102998" y="67053"/>
                  <a:pt x="100895" y="72192"/>
                  <a:pt x="100895" y="78263"/>
                </a:cubicBezTo>
                <a:cubicBezTo>
                  <a:pt x="100895" y="83082"/>
                  <a:pt x="102047" y="87380"/>
                  <a:pt x="104360" y="91157"/>
                </a:cubicBezTo>
                <a:cubicBezTo>
                  <a:pt x="106665" y="94714"/>
                  <a:pt x="109701" y="97128"/>
                  <a:pt x="113468" y="98380"/>
                </a:cubicBezTo>
                <a:cubicBezTo>
                  <a:pt x="115982" y="99222"/>
                  <a:pt x="117875" y="100895"/>
                  <a:pt x="119128" y="103409"/>
                </a:cubicBezTo>
                <a:cubicBezTo>
                  <a:pt x="120180" y="105714"/>
                  <a:pt x="120280" y="108027"/>
                  <a:pt x="119448" y="110332"/>
                </a:cubicBezTo>
                <a:cubicBezTo>
                  <a:pt x="118397" y="112846"/>
                  <a:pt x="116723" y="114730"/>
                  <a:pt x="114419" y="115982"/>
                </a:cubicBezTo>
                <a:cubicBezTo>
                  <a:pt x="111904" y="117244"/>
                  <a:pt x="109390" y="117345"/>
                  <a:pt x="106875" y="116303"/>
                </a:cubicBezTo>
                <a:cubicBezTo>
                  <a:pt x="101846" y="114620"/>
                  <a:pt x="97438" y="111904"/>
                  <a:pt x="93671" y="108128"/>
                </a:cubicBezTo>
                <a:cubicBezTo>
                  <a:pt x="89895" y="104150"/>
                  <a:pt x="86959" y="99642"/>
                  <a:pt x="84865" y="94613"/>
                </a:cubicBezTo>
                <a:cubicBezTo>
                  <a:pt x="77532" y="95244"/>
                  <a:pt x="71040" y="98380"/>
                  <a:pt x="65380" y="104040"/>
                </a:cubicBezTo>
                <a:cubicBezTo>
                  <a:pt x="59509" y="109490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95" y="154963"/>
                  <a:pt x="91787" y="156847"/>
                </a:cubicBezTo>
                <a:cubicBezTo>
                  <a:pt x="93461" y="158520"/>
                  <a:pt x="94302" y="160724"/>
                  <a:pt x="94302" y="163449"/>
                </a:cubicBezTo>
                <a:cubicBezTo>
                  <a:pt x="94302" y="166174"/>
                  <a:pt x="93461" y="168478"/>
                  <a:pt x="91787" y="170362"/>
                </a:cubicBezTo>
                <a:cubicBezTo>
                  <a:pt x="89895" y="172044"/>
                  <a:pt x="87590" y="172876"/>
                  <a:pt x="84865" y="172876"/>
                </a:cubicBezTo>
                <a:cubicBezTo>
                  <a:pt x="80047" y="172876"/>
                  <a:pt x="75438" y="172145"/>
                  <a:pt x="71040" y="170682"/>
                </a:cubicBezTo>
                <a:cubicBezTo>
                  <a:pt x="66431" y="169210"/>
                  <a:pt x="62234" y="167225"/>
                  <a:pt x="58467" y="164711"/>
                </a:cubicBezTo>
                <a:cubicBezTo>
                  <a:pt x="57836" y="166384"/>
                  <a:pt x="57415" y="168167"/>
                  <a:pt x="57205" y="170051"/>
                </a:cubicBezTo>
                <a:cubicBezTo>
                  <a:pt x="56784" y="171935"/>
                  <a:pt x="56583" y="173818"/>
                  <a:pt x="56583" y="175711"/>
                </a:cubicBezTo>
                <a:cubicBezTo>
                  <a:pt x="56583" y="184718"/>
                  <a:pt x="59409" y="192161"/>
                  <a:pt x="65069" y="198022"/>
                </a:cubicBezTo>
                <a:cubicBezTo>
                  <a:pt x="70509" y="203683"/>
                  <a:pt x="77221" y="206508"/>
                  <a:pt x="85186" y="206508"/>
                </a:cubicBezTo>
                <a:cubicBezTo>
                  <a:pt x="89794" y="206508"/>
                  <a:pt x="94192" y="205466"/>
                  <a:pt x="98380" y="203372"/>
                </a:cubicBezTo>
                <a:cubicBezTo>
                  <a:pt x="102367" y="201269"/>
                  <a:pt x="105714" y="198443"/>
                  <a:pt x="108439" y="194886"/>
                </a:cubicBezTo>
                <a:cubicBezTo>
                  <a:pt x="110121" y="192783"/>
                  <a:pt x="112215" y="191530"/>
                  <a:pt x="114730" y="191110"/>
                </a:cubicBezTo>
                <a:cubicBezTo>
                  <a:pt x="117244" y="190479"/>
                  <a:pt x="119549" y="191009"/>
                  <a:pt x="121643" y="192682"/>
                </a:cubicBezTo>
                <a:cubicBezTo>
                  <a:pt x="123737" y="194356"/>
                  <a:pt x="125099" y="196450"/>
                  <a:pt x="125730" y="198964"/>
                </a:cubicBezTo>
                <a:cubicBezTo>
                  <a:pt x="126151" y="201479"/>
                  <a:pt x="125520" y="203783"/>
                  <a:pt x="123846" y="205886"/>
                </a:cubicBezTo>
                <a:cubicBezTo>
                  <a:pt x="120911" y="210074"/>
                  <a:pt x="117455" y="213640"/>
                  <a:pt x="113468" y="216566"/>
                </a:cubicBezTo>
                <a:cubicBezTo>
                  <a:pt x="109280" y="219291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95"/>
                  <a:pt x="135478" y="239829"/>
                </a:cubicBezTo>
                <a:cubicBezTo>
                  <a:pt x="139455" y="236062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750" dirty="0"/>
          </a:p>
        </p:txBody>
      </p:sp>
      <p:sp>
        <p:nvSpPr>
          <p:cNvPr id="86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175" y="234800"/>
                  <a:pt x="48088" y="227887"/>
                </a:cubicBezTo>
                <a:cubicBezTo>
                  <a:pt x="55221" y="220974"/>
                  <a:pt x="63706" y="217517"/>
                  <a:pt x="73554" y="217517"/>
                </a:cubicBezTo>
                <a:cubicBezTo>
                  <a:pt x="76490" y="217517"/>
                  <a:pt x="79105" y="217828"/>
                  <a:pt x="81409" y="218459"/>
                </a:cubicBezTo>
                <a:cubicBezTo>
                  <a:pt x="83503" y="218871"/>
                  <a:pt x="85707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74"/>
                  <a:pt x="105613" y="170993"/>
                </a:cubicBezTo>
                <a:cubicBezTo>
                  <a:pt x="103519" y="164711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78" y="147941"/>
                  <a:pt x="53748" y="150876"/>
                </a:cubicBezTo>
                <a:cubicBezTo>
                  <a:pt x="48509" y="153811"/>
                  <a:pt x="42538" y="155274"/>
                  <a:pt x="35835" y="155274"/>
                </a:cubicBezTo>
                <a:cubicBezTo>
                  <a:pt x="25987" y="155274"/>
                  <a:pt x="17502" y="151818"/>
                  <a:pt x="10369" y="144905"/>
                </a:cubicBezTo>
                <a:cubicBezTo>
                  <a:pt x="3456" y="137992"/>
                  <a:pt x="0" y="129506"/>
                  <a:pt x="0" y="119448"/>
                </a:cubicBezTo>
                <a:cubicBezTo>
                  <a:pt x="0" y="109591"/>
                  <a:pt x="3456" y="101105"/>
                  <a:pt x="10369" y="93982"/>
                </a:cubicBezTo>
                <a:cubicBezTo>
                  <a:pt x="17502" y="87069"/>
                  <a:pt x="25987" y="83613"/>
                  <a:pt x="35835" y="83613"/>
                </a:cubicBezTo>
                <a:cubicBezTo>
                  <a:pt x="45894" y="83613"/>
                  <a:pt x="54379" y="87069"/>
                  <a:pt x="61292" y="93982"/>
                </a:cubicBezTo>
                <a:cubicBezTo>
                  <a:pt x="68205" y="101105"/>
                  <a:pt x="71671" y="109591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97" y="122063"/>
                  <a:pt x="123846" y="118497"/>
                </a:cubicBezTo>
                <a:cubicBezTo>
                  <a:pt x="129086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82" y="63597"/>
                  <a:pt x="122274" y="56894"/>
                </a:cubicBezTo>
                <a:cubicBezTo>
                  <a:pt x="117455" y="50191"/>
                  <a:pt x="115041" y="43169"/>
                  <a:pt x="115041" y="35835"/>
                </a:cubicBezTo>
                <a:cubicBezTo>
                  <a:pt x="115041" y="25987"/>
                  <a:pt x="118497" y="17502"/>
                  <a:pt x="125419" y="10369"/>
                </a:cubicBezTo>
                <a:cubicBezTo>
                  <a:pt x="132332" y="3456"/>
                  <a:pt x="140818" y="0"/>
                  <a:pt x="150876" y="0"/>
                </a:cubicBezTo>
                <a:cubicBezTo>
                  <a:pt x="160934" y="0"/>
                  <a:pt x="169420" y="3456"/>
                  <a:pt x="176333" y="10369"/>
                </a:cubicBezTo>
                <a:cubicBezTo>
                  <a:pt x="183255" y="17502"/>
                  <a:pt x="186711" y="25987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591"/>
                  <a:pt x="233547" y="101105"/>
                  <a:pt x="240460" y="93982"/>
                </a:cubicBezTo>
                <a:cubicBezTo>
                  <a:pt x="247583" y="87069"/>
                  <a:pt x="256069" y="83613"/>
                  <a:pt x="265917" y="83613"/>
                </a:cubicBezTo>
                <a:cubicBezTo>
                  <a:pt x="275975" y="83613"/>
                  <a:pt x="284461" y="87069"/>
                  <a:pt x="291383" y="93982"/>
                </a:cubicBezTo>
                <a:cubicBezTo>
                  <a:pt x="298296" y="100895"/>
                  <a:pt x="301752" y="109390"/>
                  <a:pt x="301752" y="119448"/>
                </a:cubicBezTo>
                <a:cubicBezTo>
                  <a:pt x="301752" y="129506"/>
                  <a:pt x="298296" y="137992"/>
                  <a:pt x="291383" y="144905"/>
                </a:cubicBezTo>
                <a:cubicBezTo>
                  <a:pt x="284461" y="151818"/>
                  <a:pt x="275975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343" y="164711"/>
                  <a:pt x="196450" y="170993"/>
                </a:cubicBezTo>
                <a:cubicBezTo>
                  <a:pt x="194356" y="177074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350" y="218871"/>
                  <a:pt x="220654" y="218459"/>
                </a:cubicBezTo>
                <a:cubicBezTo>
                  <a:pt x="222748" y="217828"/>
                  <a:pt x="225262" y="217517"/>
                  <a:pt x="228198" y="217517"/>
                </a:cubicBezTo>
                <a:cubicBezTo>
                  <a:pt x="238256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723"/>
                  <a:pt x="202741" y="278810"/>
                </a:cubicBezTo>
                <a:cubicBezTo>
                  <a:pt x="195828" y="271888"/>
                  <a:pt x="192371" y="263402"/>
                  <a:pt x="192371" y="253344"/>
                </a:cubicBezTo>
                <a:cubicBezTo>
                  <a:pt x="192371" y="249156"/>
                  <a:pt x="192993" y="245379"/>
                  <a:pt x="194255" y="242033"/>
                </a:cubicBezTo>
                <a:cubicBezTo>
                  <a:pt x="195298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43" y="202530"/>
                  <a:pt x="158319" y="204314"/>
                  <a:pt x="150565" y="204314"/>
                </a:cubicBezTo>
                <a:cubicBezTo>
                  <a:pt x="143021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55" y="238988"/>
                  <a:pt x="107817" y="242343"/>
                </a:cubicBezTo>
                <a:cubicBezTo>
                  <a:pt x="108859" y="245489"/>
                  <a:pt x="109390" y="249156"/>
                  <a:pt x="109390" y="253344"/>
                </a:cubicBezTo>
                <a:cubicBezTo>
                  <a:pt x="109390" y="263402"/>
                  <a:pt x="105924" y="271888"/>
                  <a:pt x="99011" y="278810"/>
                </a:cubicBezTo>
                <a:cubicBezTo>
                  <a:pt x="92098" y="285723"/>
                  <a:pt x="83613" y="289179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742" y="134737"/>
                  <a:pt x="48088" y="131390"/>
                </a:cubicBezTo>
                <a:cubicBezTo>
                  <a:pt x="51234" y="128245"/>
                  <a:pt x="52807" y="124267"/>
                  <a:pt x="52807" y="119448"/>
                </a:cubicBezTo>
                <a:cubicBezTo>
                  <a:pt x="52807" y="114620"/>
                  <a:pt x="51133" y="110642"/>
                  <a:pt x="47777" y="107497"/>
                </a:cubicBezTo>
                <a:cubicBezTo>
                  <a:pt x="44632" y="104150"/>
                  <a:pt x="40654" y="102468"/>
                  <a:pt x="35835" y="102468"/>
                </a:cubicBezTo>
                <a:cubicBezTo>
                  <a:pt x="31016" y="102468"/>
                  <a:pt x="27030" y="104150"/>
                  <a:pt x="23893" y="107497"/>
                </a:cubicBezTo>
                <a:cubicBezTo>
                  <a:pt x="20537" y="110642"/>
                  <a:pt x="18864" y="114620"/>
                  <a:pt x="18864" y="119448"/>
                </a:cubicBezTo>
                <a:cubicBezTo>
                  <a:pt x="18864" y="124267"/>
                  <a:pt x="20537" y="128345"/>
                  <a:pt x="23893" y="131701"/>
                </a:cubicBezTo>
                <a:cubicBezTo>
                  <a:pt x="27030" y="134847"/>
                  <a:pt x="31016" y="136419"/>
                  <a:pt x="35835" y="136419"/>
                </a:cubicBezTo>
                <a:close/>
                <a:moveTo>
                  <a:pt x="85807" y="265295"/>
                </a:moveTo>
                <a:cubicBezTo>
                  <a:pt x="88953" y="262149"/>
                  <a:pt x="90526" y="258163"/>
                  <a:pt x="90526" y="253344"/>
                </a:cubicBezTo>
                <a:cubicBezTo>
                  <a:pt x="90526" y="248525"/>
                  <a:pt x="88852" y="244437"/>
                  <a:pt x="85496" y="241091"/>
                </a:cubicBezTo>
                <a:cubicBezTo>
                  <a:pt x="82351" y="237945"/>
                  <a:pt x="78373" y="236372"/>
                  <a:pt x="73554" y="236372"/>
                </a:cubicBezTo>
                <a:cubicBezTo>
                  <a:pt x="68735" y="236372"/>
                  <a:pt x="64648" y="238046"/>
                  <a:pt x="61292" y="241402"/>
                </a:cubicBezTo>
                <a:cubicBezTo>
                  <a:pt x="58147" y="244547"/>
                  <a:pt x="56583" y="248525"/>
                  <a:pt x="56583" y="253344"/>
                </a:cubicBezTo>
                <a:cubicBezTo>
                  <a:pt x="56583" y="258163"/>
                  <a:pt x="58256" y="262149"/>
                  <a:pt x="61612" y="265295"/>
                </a:cubicBezTo>
                <a:cubicBezTo>
                  <a:pt x="64749" y="268642"/>
                  <a:pt x="68735" y="270324"/>
                  <a:pt x="73554" y="270324"/>
                </a:cubicBezTo>
                <a:cubicBezTo>
                  <a:pt x="78373" y="270324"/>
                  <a:pt x="82351" y="268642"/>
                  <a:pt x="85496" y="265295"/>
                </a:cubicBezTo>
                <a:close/>
                <a:moveTo>
                  <a:pt x="163138" y="47777"/>
                </a:moveTo>
                <a:cubicBezTo>
                  <a:pt x="166274" y="44632"/>
                  <a:pt x="167847" y="40654"/>
                  <a:pt x="167847" y="35835"/>
                </a:cubicBezTo>
                <a:cubicBezTo>
                  <a:pt x="167847" y="31016"/>
                  <a:pt x="166174" y="27030"/>
                  <a:pt x="162818" y="23893"/>
                </a:cubicBezTo>
                <a:cubicBezTo>
                  <a:pt x="159682" y="20537"/>
                  <a:pt x="155695" y="18864"/>
                  <a:pt x="150876" y="18864"/>
                </a:cubicBezTo>
                <a:cubicBezTo>
                  <a:pt x="146057" y="18864"/>
                  <a:pt x="142079" y="20537"/>
                  <a:pt x="138934" y="23893"/>
                </a:cubicBezTo>
                <a:cubicBezTo>
                  <a:pt x="135578" y="27030"/>
                  <a:pt x="133905" y="31016"/>
                  <a:pt x="133905" y="35835"/>
                </a:cubicBezTo>
                <a:cubicBezTo>
                  <a:pt x="133905" y="40654"/>
                  <a:pt x="135578" y="44742"/>
                  <a:pt x="138934" y="48088"/>
                </a:cubicBezTo>
                <a:cubicBezTo>
                  <a:pt x="142079" y="51234"/>
                  <a:pt x="146057" y="52807"/>
                  <a:pt x="150876" y="52807"/>
                </a:cubicBezTo>
                <a:cubicBezTo>
                  <a:pt x="155695" y="52807"/>
                  <a:pt x="159782" y="51133"/>
                  <a:pt x="163138" y="47777"/>
                </a:cubicBezTo>
                <a:close/>
                <a:moveTo>
                  <a:pt x="151187" y="185449"/>
                </a:moveTo>
                <a:cubicBezTo>
                  <a:pt x="158941" y="185449"/>
                  <a:pt x="165543" y="182725"/>
                  <a:pt x="170993" y="177284"/>
                </a:cubicBezTo>
                <a:cubicBezTo>
                  <a:pt x="176443" y="171624"/>
                  <a:pt x="179168" y="164912"/>
                  <a:pt x="179168" y="157167"/>
                </a:cubicBezTo>
                <a:cubicBezTo>
                  <a:pt x="179168" y="149203"/>
                  <a:pt x="176443" y="142491"/>
                  <a:pt x="170993" y="137050"/>
                </a:cubicBezTo>
                <a:cubicBezTo>
                  <a:pt x="165543" y="131600"/>
                  <a:pt x="158840" y="128876"/>
                  <a:pt x="150876" y="128876"/>
                </a:cubicBezTo>
                <a:cubicBezTo>
                  <a:pt x="143122" y="128876"/>
                  <a:pt x="136520" y="131600"/>
                  <a:pt x="131070" y="137050"/>
                </a:cubicBezTo>
                <a:cubicBezTo>
                  <a:pt x="125419" y="142491"/>
                  <a:pt x="122584" y="149203"/>
                  <a:pt x="122584" y="157167"/>
                </a:cubicBezTo>
                <a:cubicBezTo>
                  <a:pt x="122584" y="164912"/>
                  <a:pt x="125419" y="171624"/>
                  <a:pt x="131070" y="177284"/>
                </a:cubicBezTo>
                <a:cubicBezTo>
                  <a:pt x="136520" y="182725"/>
                  <a:pt x="143232" y="185449"/>
                  <a:pt x="151187" y="185449"/>
                </a:cubicBezTo>
                <a:close/>
                <a:moveTo>
                  <a:pt x="240460" y="265295"/>
                </a:moveTo>
                <a:cubicBezTo>
                  <a:pt x="243605" y="262149"/>
                  <a:pt x="245178" y="258163"/>
                  <a:pt x="245178" y="253344"/>
                </a:cubicBezTo>
                <a:cubicBezTo>
                  <a:pt x="245178" y="248525"/>
                  <a:pt x="243496" y="244547"/>
                  <a:pt x="240149" y="241402"/>
                </a:cubicBezTo>
                <a:cubicBezTo>
                  <a:pt x="237003" y="238046"/>
                  <a:pt x="233017" y="236372"/>
                  <a:pt x="228198" y="236372"/>
                </a:cubicBezTo>
                <a:cubicBezTo>
                  <a:pt x="223379" y="236372"/>
                  <a:pt x="219401" y="238046"/>
                  <a:pt x="216256" y="241402"/>
                </a:cubicBezTo>
                <a:cubicBezTo>
                  <a:pt x="212900" y="244547"/>
                  <a:pt x="211226" y="248525"/>
                  <a:pt x="211226" y="253344"/>
                </a:cubicBezTo>
                <a:cubicBezTo>
                  <a:pt x="211226" y="258163"/>
                  <a:pt x="212900" y="262250"/>
                  <a:pt x="216256" y="265606"/>
                </a:cubicBezTo>
                <a:cubicBezTo>
                  <a:pt x="219401" y="268751"/>
                  <a:pt x="223379" y="270324"/>
                  <a:pt x="228198" y="270324"/>
                </a:cubicBezTo>
                <a:cubicBezTo>
                  <a:pt x="233017" y="270324"/>
                  <a:pt x="237104" y="268642"/>
                  <a:pt x="240460" y="265295"/>
                </a:cubicBezTo>
                <a:close/>
                <a:moveTo>
                  <a:pt x="278179" y="131390"/>
                </a:moveTo>
                <a:cubicBezTo>
                  <a:pt x="281324" y="128245"/>
                  <a:pt x="282897" y="124267"/>
                  <a:pt x="282897" y="119448"/>
                </a:cubicBezTo>
                <a:cubicBezTo>
                  <a:pt x="282897" y="114620"/>
                  <a:pt x="281215" y="110642"/>
                  <a:pt x="277868" y="107497"/>
                </a:cubicBezTo>
                <a:cubicBezTo>
                  <a:pt x="274722" y="104150"/>
                  <a:pt x="270736" y="102468"/>
                  <a:pt x="265917" y="102468"/>
                </a:cubicBezTo>
                <a:cubicBezTo>
                  <a:pt x="261098" y="102468"/>
                  <a:pt x="257120" y="104150"/>
                  <a:pt x="253975" y="107497"/>
                </a:cubicBezTo>
                <a:cubicBezTo>
                  <a:pt x="250619" y="110642"/>
                  <a:pt x="248945" y="114620"/>
                  <a:pt x="248945" y="119448"/>
                </a:cubicBezTo>
                <a:cubicBezTo>
                  <a:pt x="248945" y="124267"/>
                  <a:pt x="250619" y="128345"/>
                  <a:pt x="253975" y="131701"/>
                </a:cubicBezTo>
                <a:cubicBezTo>
                  <a:pt x="257120" y="134847"/>
                  <a:pt x="261098" y="136419"/>
                  <a:pt x="265917" y="136419"/>
                </a:cubicBezTo>
                <a:cubicBezTo>
                  <a:pt x="270736" y="136419"/>
                  <a:pt x="274823" y="134737"/>
                  <a:pt x="278179" y="131390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750" dirty="0"/>
          </a:p>
        </p:txBody>
      </p:sp>
      <p:sp>
        <p:nvSpPr>
          <p:cNvPr id="88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356"/>
                  <a:pt x="39603" y="200958"/>
                  <a:pt x="43379" y="197401"/>
                </a:cubicBezTo>
                <a:cubicBezTo>
                  <a:pt x="46936" y="193624"/>
                  <a:pt x="51344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064"/>
                  <a:pt x="77322" y="150666"/>
                  <a:pt x="81098" y="147109"/>
                </a:cubicBezTo>
                <a:cubicBezTo>
                  <a:pt x="84655" y="143332"/>
                  <a:pt x="89063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45" y="110011"/>
                  <a:pt x="112947" y="108128"/>
                  <a:pt x="109390" y="104360"/>
                </a:cubicBezTo>
                <a:cubicBezTo>
                  <a:pt x="105613" y="100794"/>
                  <a:pt x="103730" y="96396"/>
                  <a:pt x="103730" y="91157"/>
                </a:cubicBezTo>
                <a:lnTo>
                  <a:pt x="103730" y="44010"/>
                </a:lnTo>
                <a:cubicBezTo>
                  <a:pt x="103730" y="38771"/>
                  <a:pt x="105613" y="34363"/>
                  <a:pt x="109390" y="30806"/>
                </a:cubicBezTo>
                <a:cubicBezTo>
                  <a:pt x="112947" y="27030"/>
                  <a:pt x="117345" y="25146"/>
                  <a:pt x="122584" y="25146"/>
                </a:cubicBezTo>
                <a:lnTo>
                  <a:pt x="179168" y="25146"/>
                </a:lnTo>
                <a:cubicBezTo>
                  <a:pt x="184407" y="25146"/>
                  <a:pt x="188805" y="27030"/>
                  <a:pt x="192371" y="30806"/>
                </a:cubicBezTo>
                <a:cubicBezTo>
                  <a:pt x="196139" y="34363"/>
                  <a:pt x="198022" y="38771"/>
                  <a:pt x="198022" y="44010"/>
                </a:cubicBezTo>
                <a:lnTo>
                  <a:pt x="198022" y="91157"/>
                </a:lnTo>
                <a:cubicBezTo>
                  <a:pt x="198022" y="96396"/>
                  <a:pt x="196139" y="100794"/>
                  <a:pt x="192371" y="104360"/>
                </a:cubicBezTo>
                <a:cubicBezTo>
                  <a:pt x="188805" y="108128"/>
                  <a:pt x="184407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89" y="141449"/>
                  <a:pt x="217097" y="143332"/>
                  <a:pt x="220654" y="147109"/>
                </a:cubicBezTo>
                <a:cubicBezTo>
                  <a:pt x="224430" y="150666"/>
                  <a:pt x="226314" y="155064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408" y="191741"/>
                  <a:pt x="254816" y="193624"/>
                  <a:pt x="258373" y="197401"/>
                </a:cubicBezTo>
                <a:cubicBezTo>
                  <a:pt x="262149" y="200958"/>
                  <a:pt x="264033" y="205356"/>
                  <a:pt x="264033" y="210595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188595" y="276606"/>
                </a:lnTo>
                <a:cubicBezTo>
                  <a:pt x="183355" y="276606"/>
                  <a:pt x="178957" y="274722"/>
                  <a:pt x="175391" y="270946"/>
                </a:cubicBezTo>
                <a:cubicBezTo>
                  <a:pt x="171624" y="267389"/>
                  <a:pt x="169740" y="262981"/>
                  <a:pt x="169740" y="257751"/>
                </a:cubicBezTo>
                <a:lnTo>
                  <a:pt x="169740" y="210595"/>
                </a:lnTo>
                <a:cubicBezTo>
                  <a:pt x="169740" y="205356"/>
                  <a:pt x="171624" y="200958"/>
                  <a:pt x="175391" y="197401"/>
                </a:cubicBezTo>
                <a:cubicBezTo>
                  <a:pt x="178957" y="193624"/>
                  <a:pt x="183355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97" y="191741"/>
                  <a:pt x="122795" y="193624"/>
                  <a:pt x="126361" y="197401"/>
                </a:cubicBezTo>
                <a:cubicBezTo>
                  <a:pt x="130128" y="200958"/>
                  <a:pt x="132021" y="205356"/>
                  <a:pt x="132021" y="210595"/>
                </a:cubicBezTo>
                <a:lnTo>
                  <a:pt x="132021" y="257751"/>
                </a:lnTo>
                <a:cubicBezTo>
                  <a:pt x="132021" y="262981"/>
                  <a:pt x="130128" y="267389"/>
                  <a:pt x="126361" y="270946"/>
                </a:cubicBezTo>
                <a:cubicBezTo>
                  <a:pt x="122795" y="274722"/>
                  <a:pt x="118397" y="276606"/>
                  <a:pt x="113157" y="276606"/>
                </a:cubicBezTo>
                <a:lnTo>
                  <a:pt x="56583" y="276606"/>
                </a:ln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750" dirty="0"/>
          </a:p>
        </p:txBody>
      </p:sp>
      <p:sp>
        <p:nvSpPr>
          <p:cNvPr id="90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71" y="176543"/>
                  <a:pt x="76700" y="186391"/>
                </a:cubicBezTo>
                <a:cubicBezTo>
                  <a:pt x="81519" y="196038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75" y="183666"/>
                  <a:pt x="108759" y="181993"/>
                </a:cubicBezTo>
                <a:cubicBezTo>
                  <a:pt x="110432" y="180109"/>
                  <a:pt x="112636" y="179168"/>
                  <a:pt x="115361" y="179168"/>
                </a:cubicBezTo>
                <a:cubicBezTo>
                  <a:pt x="118086" y="179168"/>
                  <a:pt x="120390" y="180109"/>
                  <a:pt x="122274" y="181993"/>
                </a:cubicBezTo>
                <a:cubicBezTo>
                  <a:pt x="123947" y="183666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947" y="247062"/>
                  <a:pt x="122274" y="248945"/>
                </a:cubicBezTo>
                <a:cubicBezTo>
                  <a:pt x="120390" y="250619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95" y="250619"/>
                  <a:pt x="55321" y="248945"/>
                </a:cubicBezTo>
                <a:cubicBezTo>
                  <a:pt x="53438" y="247062"/>
                  <a:pt x="52496" y="244757"/>
                  <a:pt x="52496" y="242033"/>
                </a:cubicBezTo>
                <a:cubicBezTo>
                  <a:pt x="52496" y="239308"/>
                  <a:pt x="53438" y="237104"/>
                  <a:pt x="55321" y="235431"/>
                </a:cubicBezTo>
                <a:cubicBezTo>
                  <a:pt x="56995" y="233547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532" y="114209"/>
                  <a:pt x="66011" y="98069"/>
                </a:cubicBezTo>
                <a:cubicBezTo>
                  <a:pt x="76279" y="81729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720"/>
                  <a:pt x="118497" y="73234"/>
                </a:cubicBezTo>
                <a:cubicBezTo>
                  <a:pt x="117455" y="75539"/>
                  <a:pt x="115772" y="77322"/>
                  <a:pt x="113468" y="78584"/>
                </a:cubicBezTo>
                <a:cubicBezTo>
                  <a:pt x="100063" y="85707"/>
                  <a:pt x="89373" y="95866"/>
                  <a:pt x="81409" y="109070"/>
                </a:cubicBezTo>
                <a:cubicBezTo>
                  <a:pt x="73234" y="122063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91" y="129708"/>
                  <a:pt x="225372" y="119448"/>
                </a:cubicBezTo>
                <a:cubicBezTo>
                  <a:pt x="220343" y="108969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928" y="118186"/>
                  <a:pt x="194255" y="120070"/>
                </a:cubicBezTo>
                <a:cubicBezTo>
                  <a:pt x="192371" y="121752"/>
                  <a:pt x="190058" y="122584"/>
                  <a:pt x="187342" y="122584"/>
                </a:cubicBezTo>
                <a:cubicBezTo>
                  <a:pt x="184617" y="122584"/>
                  <a:pt x="182414" y="121752"/>
                  <a:pt x="180740" y="120070"/>
                </a:cubicBezTo>
                <a:cubicBezTo>
                  <a:pt x="178847" y="118186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47" y="54800"/>
                  <a:pt x="180740" y="53117"/>
                </a:cubicBezTo>
                <a:cubicBezTo>
                  <a:pt x="182414" y="51234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800" y="51234"/>
                  <a:pt x="247693" y="53117"/>
                </a:cubicBezTo>
                <a:cubicBezTo>
                  <a:pt x="249366" y="54800"/>
                  <a:pt x="250207" y="56995"/>
                  <a:pt x="250207" y="59719"/>
                </a:cubicBezTo>
                <a:cubicBezTo>
                  <a:pt x="250207" y="62444"/>
                  <a:pt x="249366" y="64749"/>
                  <a:pt x="247693" y="66641"/>
                </a:cubicBezTo>
                <a:cubicBezTo>
                  <a:pt x="245800" y="68315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233"/>
                  <a:pt x="236372" y="203372"/>
                </a:cubicBezTo>
                <a:cubicBezTo>
                  <a:pt x="226314" y="219291"/>
                  <a:pt x="212799" y="231654"/>
                  <a:pt x="195828" y="240460"/>
                </a:cubicBezTo>
                <a:cubicBezTo>
                  <a:pt x="193524" y="241712"/>
                  <a:pt x="191210" y="241923"/>
                  <a:pt x="188906" y="241091"/>
                </a:cubicBezTo>
                <a:cubicBezTo>
                  <a:pt x="186391" y="240039"/>
                  <a:pt x="184617" y="238256"/>
                  <a:pt x="183566" y="235741"/>
                </a:cubicBezTo>
                <a:cubicBezTo>
                  <a:pt x="182514" y="233437"/>
                  <a:pt x="182514" y="231133"/>
                  <a:pt x="183566" y="228829"/>
                </a:cubicBezTo>
                <a:cubicBezTo>
                  <a:pt x="184617" y="226314"/>
                  <a:pt x="186291" y="224430"/>
                  <a:pt x="188595" y="223168"/>
                </a:cubicBezTo>
                <a:cubicBezTo>
                  <a:pt x="202220" y="216256"/>
                  <a:pt x="213009" y="206197"/>
                  <a:pt x="220974" y="192993"/>
                </a:cubicBezTo>
                <a:cubicBezTo>
                  <a:pt x="228728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750" dirty="0"/>
          </a:p>
        </p:txBody>
      </p:sp>
      <p:sp>
        <p:nvSpPr>
          <p:cNvPr id="92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098" y="153080"/>
                </a:moveTo>
                <a:cubicBezTo>
                  <a:pt x="90215" y="154753"/>
                  <a:pt x="89273" y="156957"/>
                  <a:pt x="89273" y="159682"/>
                </a:cubicBezTo>
                <a:lnTo>
                  <a:pt x="89273" y="205255"/>
                </a:lnTo>
                <a:cubicBezTo>
                  <a:pt x="89273" y="207980"/>
                  <a:pt x="90215" y="210175"/>
                  <a:pt x="92098" y="211857"/>
                </a:cubicBezTo>
                <a:cubicBezTo>
                  <a:pt x="93772" y="213741"/>
                  <a:pt x="95975" y="214683"/>
                  <a:pt x="98700" y="214683"/>
                </a:cubicBezTo>
                <a:cubicBezTo>
                  <a:pt x="101425" y="214683"/>
                  <a:pt x="103730" y="213741"/>
                  <a:pt x="105613" y="211857"/>
                </a:cubicBezTo>
                <a:cubicBezTo>
                  <a:pt x="107287" y="210175"/>
                  <a:pt x="108128" y="207980"/>
                  <a:pt x="108128" y="205255"/>
                </a:cubicBezTo>
                <a:lnTo>
                  <a:pt x="108128" y="159682"/>
                </a:lnTo>
                <a:cubicBezTo>
                  <a:pt x="108128" y="156957"/>
                  <a:pt x="107186" y="154753"/>
                  <a:pt x="105302" y="153080"/>
                </a:cubicBezTo>
                <a:cubicBezTo>
                  <a:pt x="103620" y="151187"/>
                  <a:pt x="101425" y="150245"/>
                  <a:pt x="98700" y="150245"/>
                </a:cubicBezTo>
                <a:cubicBezTo>
                  <a:pt x="95975" y="150245"/>
                  <a:pt x="93772" y="151187"/>
                  <a:pt x="92098" y="153080"/>
                </a:cubicBezTo>
                <a:close/>
                <a:moveTo>
                  <a:pt x="196450" y="85496"/>
                </a:moveTo>
                <a:cubicBezTo>
                  <a:pt x="194566" y="87170"/>
                  <a:pt x="193624" y="89373"/>
                  <a:pt x="193624" y="92098"/>
                </a:cubicBezTo>
                <a:lnTo>
                  <a:pt x="193624" y="205255"/>
                </a:lnTo>
                <a:cubicBezTo>
                  <a:pt x="193624" y="207980"/>
                  <a:pt x="194566" y="210175"/>
                  <a:pt x="196450" y="211857"/>
                </a:cubicBezTo>
                <a:cubicBezTo>
                  <a:pt x="198132" y="213741"/>
                  <a:pt x="200327" y="214683"/>
                  <a:pt x="203052" y="214683"/>
                </a:cubicBezTo>
                <a:cubicBezTo>
                  <a:pt x="205777" y="214683"/>
                  <a:pt x="208081" y="213741"/>
                  <a:pt x="209974" y="211857"/>
                </a:cubicBezTo>
                <a:cubicBezTo>
                  <a:pt x="211647" y="210175"/>
                  <a:pt x="212488" y="207980"/>
                  <a:pt x="212488" y="205255"/>
                </a:cubicBezTo>
                <a:lnTo>
                  <a:pt x="212488" y="92098"/>
                </a:lnTo>
                <a:cubicBezTo>
                  <a:pt x="212488" y="89373"/>
                  <a:pt x="211537" y="87170"/>
                  <a:pt x="209654" y="85496"/>
                </a:cubicBezTo>
                <a:cubicBezTo>
                  <a:pt x="207980" y="83613"/>
                  <a:pt x="205777" y="82671"/>
                  <a:pt x="203052" y="82671"/>
                </a:cubicBezTo>
                <a:cubicBezTo>
                  <a:pt x="200327" y="82671"/>
                  <a:pt x="198132" y="83613"/>
                  <a:pt x="196450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750" dirty="0"/>
          </a:p>
        </p:txBody>
      </p:sp>
      <p:sp>
        <p:nvSpPr>
          <p:cNvPr id="94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544" y="261208"/>
                </a:moveTo>
                <a:cubicBezTo>
                  <a:pt x="38661" y="259525"/>
                  <a:pt x="37719" y="257330"/>
                  <a:pt x="37719" y="254606"/>
                </a:cubicBezTo>
                <a:lnTo>
                  <a:pt x="37719" y="240149"/>
                </a:lnTo>
                <a:cubicBezTo>
                  <a:pt x="37719" y="237424"/>
                  <a:pt x="38661" y="235220"/>
                  <a:pt x="40544" y="233547"/>
                </a:cubicBezTo>
                <a:cubicBezTo>
                  <a:pt x="42227" y="231654"/>
                  <a:pt x="44422" y="230712"/>
                  <a:pt x="47146" y="230712"/>
                </a:cubicBezTo>
                <a:cubicBezTo>
                  <a:pt x="49871" y="230712"/>
                  <a:pt x="52176" y="231654"/>
                  <a:pt x="54068" y="233547"/>
                </a:cubicBezTo>
                <a:cubicBezTo>
                  <a:pt x="55742" y="235220"/>
                  <a:pt x="56583" y="237424"/>
                  <a:pt x="56583" y="240149"/>
                </a:cubicBezTo>
                <a:lnTo>
                  <a:pt x="56583" y="254606"/>
                </a:lnTo>
                <a:cubicBezTo>
                  <a:pt x="56583" y="257330"/>
                  <a:pt x="55632" y="259525"/>
                  <a:pt x="53748" y="261208"/>
                </a:cubicBezTo>
                <a:cubicBezTo>
                  <a:pt x="52075" y="263091"/>
                  <a:pt x="49871" y="264033"/>
                  <a:pt x="47146" y="264033"/>
                </a:cubicBezTo>
                <a:cubicBezTo>
                  <a:pt x="44422" y="264033"/>
                  <a:pt x="42227" y="263091"/>
                  <a:pt x="40544" y="261208"/>
                </a:cubicBezTo>
                <a:close/>
                <a:moveTo>
                  <a:pt x="92409" y="261208"/>
                </a:moveTo>
                <a:cubicBezTo>
                  <a:pt x="90526" y="259525"/>
                  <a:pt x="89584" y="257330"/>
                  <a:pt x="89584" y="254606"/>
                </a:cubicBezTo>
                <a:lnTo>
                  <a:pt x="89584" y="189857"/>
                </a:lnTo>
                <a:cubicBezTo>
                  <a:pt x="89584" y="187132"/>
                  <a:pt x="90526" y="184928"/>
                  <a:pt x="92409" y="183255"/>
                </a:cubicBezTo>
                <a:cubicBezTo>
                  <a:pt x="94092" y="181362"/>
                  <a:pt x="96286" y="180420"/>
                  <a:pt x="99011" y="180420"/>
                </a:cubicBezTo>
                <a:cubicBezTo>
                  <a:pt x="101736" y="180420"/>
                  <a:pt x="104040" y="181362"/>
                  <a:pt x="105924" y="183255"/>
                </a:cubicBezTo>
                <a:cubicBezTo>
                  <a:pt x="107607" y="184928"/>
                  <a:pt x="108439" y="187132"/>
                  <a:pt x="108439" y="189857"/>
                </a:cubicBezTo>
                <a:lnTo>
                  <a:pt x="108439" y="254606"/>
                </a:lnTo>
                <a:cubicBezTo>
                  <a:pt x="108439" y="257330"/>
                  <a:pt x="107497" y="259525"/>
                  <a:pt x="105613" y="261208"/>
                </a:cubicBezTo>
                <a:cubicBezTo>
                  <a:pt x="103940" y="263091"/>
                  <a:pt x="101736" y="264033"/>
                  <a:pt x="99011" y="264033"/>
                </a:cubicBezTo>
                <a:cubicBezTo>
                  <a:pt x="96286" y="264033"/>
                  <a:pt x="94092" y="263091"/>
                  <a:pt x="92409" y="261208"/>
                </a:cubicBezTo>
                <a:close/>
                <a:moveTo>
                  <a:pt x="144274" y="261208"/>
                </a:moveTo>
                <a:cubicBezTo>
                  <a:pt x="142390" y="259525"/>
                  <a:pt x="141449" y="257330"/>
                  <a:pt x="141449" y="254606"/>
                </a:cubicBezTo>
                <a:lnTo>
                  <a:pt x="141449" y="208712"/>
                </a:lnTo>
                <a:cubicBezTo>
                  <a:pt x="141449" y="205987"/>
                  <a:pt x="142390" y="203783"/>
                  <a:pt x="144274" y="202110"/>
                </a:cubicBezTo>
                <a:cubicBezTo>
                  <a:pt x="145947" y="200226"/>
                  <a:pt x="148151" y="199284"/>
                  <a:pt x="150876" y="199284"/>
                </a:cubicBezTo>
                <a:cubicBezTo>
                  <a:pt x="153601" y="199284"/>
                  <a:pt x="155905" y="200226"/>
                  <a:pt x="157789" y="202110"/>
                </a:cubicBezTo>
                <a:cubicBezTo>
                  <a:pt x="159471" y="203783"/>
                  <a:pt x="160303" y="205987"/>
                  <a:pt x="160303" y="208712"/>
                </a:cubicBezTo>
                <a:lnTo>
                  <a:pt x="160303" y="254606"/>
                </a:lnTo>
                <a:cubicBezTo>
                  <a:pt x="160303" y="257330"/>
                  <a:pt x="159362" y="259525"/>
                  <a:pt x="157478" y="261208"/>
                </a:cubicBezTo>
                <a:cubicBezTo>
                  <a:pt x="155805" y="263091"/>
                  <a:pt x="153601" y="264033"/>
                  <a:pt x="150876" y="264033"/>
                </a:cubicBezTo>
                <a:cubicBezTo>
                  <a:pt x="148151" y="264033"/>
                  <a:pt x="145947" y="263091"/>
                  <a:pt x="144274" y="261208"/>
                </a:cubicBezTo>
                <a:close/>
                <a:moveTo>
                  <a:pt x="196139" y="261208"/>
                </a:moveTo>
                <a:cubicBezTo>
                  <a:pt x="194255" y="259525"/>
                  <a:pt x="193313" y="257330"/>
                  <a:pt x="193313" y="254606"/>
                </a:cubicBezTo>
                <a:lnTo>
                  <a:pt x="193313" y="177284"/>
                </a:lnTo>
                <a:cubicBezTo>
                  <a:pt x="193313" y="174559"/>
                  <a:pt x="194255" y="172355"/>
                  <a:pt x="196139" y="170682"/>
                </a:cubicBezTo>
                <a:cubicBezTo>
                  <a:pt x="197812" y="168789"/>
                  <a:pt x="200016" y="167847"/>
                  <a:pt x="202741" y="167847"/>
                </a:cubicBezTo>
                <a:cubicBezTo>
                  <a:pt x="205466" y="167847"/>
                  <a:pt x="207770" y="168789"/>
                  <a:pt x="209654" y="170682"/>
                </a:cubicBezTo>
                <a:cubicBezTo>
                  <a:pt x="211327" y="172355"/>
                  <a:pt x="212168" y="174559"/>
                  <a:pt x="212168" y="177284"/>
                </a:cubicBezTo>
                <a:lnTo>
                  <a:pt x="212168" y="254606"/>
                </a:lnTo>
                <a:cubicBezTo>
                  <a:pt x="212168" y="257330"/>
                  <a:pt x="211226" y="259525"/>
                  <a:pt x="209343" y="261208"/>
                </a:cubicBezTo>
                <a:cubicBezTo>
                  <a:pt x="207660" y="263091"/>
                  <a:pt x="205466" y="264033"/>
                  <a:pt x="202741" y="264033"/>
                </a:cubicBezTo>
                <a:cubicBezTo>
                  <a:pt x="200016" y="264033"/>
                  <a:pt x="197812" y="263091"/>
                  <a:pt x="196139" y="261208"/>
                </a:cubicBezTo>
                <a:close/>
                <a:moveTo>
                  <a:pt x="248004" y="261208"/>
                </a:moveTo>
                <a:cubicBezTo>
                  <a:pt x="246120" y="259525"/>
                  <a:pt x="245178" y="257330"/>
                  <a:pt x="245178" y="254606"/>
                </a:cubicBezTo>
                <a:lnTo>
                  <a:pt x="245178" y="139565"/>
                </a:lnTo>
                <a:cubicBezTo>
                  <a:pt x="245178" y="136840"/>
                  <a:pt x="246120" y="134636"/>
                  <a:pt x="248004" y="132963"/>
                </a:cubicBezTo>
                <a:cubicBezTo>
                  <a:pt x="249677" y="131070"/>
                  <a:pt x="251881" y="130128"/>
                  <a:pt x="254606" y="130128"/>
                </a:cubicBezTo>
                <a:cubicBezTo>
                  <a:pt x="257330" y="130128"/>
                  <a:pt x="259635" y="131070"/>
                  <a:pt x="261518" y="132963"/>
                </a:cubicBezTo>
                <a:cubicBezTo>
                  <a:pt x="263192" y="134636"/>
                  <a:pt x="264033" y="136840"/>
                  <a:pt x="264033" y="139565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cubicBezTo>
                  <a:pt x="251881" y="264033"/>
                  <a:pt x="249677" y="263091"/>
                  <a:pt x="248004" y="261208"/>
                </a:cubicBezTo>
                <a:close/>
                <a:moveTo>
                  <a:pt x="176022" y="144905"/>
                </a:moveTo>
                <a:cubicBezTo>
                  <a:pt x="173507" y="144905"/>
                  <a:pt x="171093" y="144384"/>
                  <a:pt x="168789" y="143332"/>
                </a:cubicBezTo>
                <a:cubicBezTo>
                  <a:pt x="166485" y="142491"/>
                  <a:pt x="164391" y="141128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76" y="175711"/>
                  <a:pt x="49871" y="176653"/>
                  <a:pt x="47146" y="176653"/>
                </a:cubicBezTo>
                <a:cubicBezTo>
                  <a:pt x="44632" y="176443"/>
                  <a:pt x="42437" y="175391"/>
                  <a:pt x="40544" y="173507"/>
                </a:cubicBezTo>
                <a:cubicBezTo>
                  <a:pt x="38871" y="171624"/>
                  <a:pt x="38030" y="169420"/>
                  <a:pt x="38030" y="166905"/>
                </a:cubicBezTo>
                <a:cubicBezTo>
                  <a:pt x="37820" y="164391"/>
                  <a:pt x="38661" y="162196"/>
                  <a:pt x="40544" y="160303"/>
                </a:cubicBezTo>
                <a:lnTo>
                  <a:pt x="112526" y="88953"/>
                </a:lnTo>
                <a:cubicBezTo>
                  <a:pt x="114419" y="87069"/>
                  <a:pt x="116513" y="85707"/>
                  <a:pt x="118817" y="84865"/>
                </a:cubicBezTo>
                <a:cubicBezTo>
                  <a:pt x="121121" y="84033"/>
                  <a:pt x="123426" y="83613"/>
                  <a:pt x="125730" y="83613"/>
                </a:cubicBezTo>
                <a:cubicBezTo>
                  <a:pt x="128034" y="83613"/>
                  <a:pt x="130339" y="84033"/>
                  <a:pt x="132643" y="84865"/>
                </a:cubicBezTo>
                <a:cubicBezTo>
                  <a:pt x="135157" y="85707"/>
                  <a:pt x="137251" y="87069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15" y="52176"/>
                  <a:pt x="261208" y="54068"/>
                </a:cubicBezTo>
                <a:cubicBezTo>
                  <a:pt x="262881" y="55952"/>
                  <a:pt x="263823" y="58147"/>
                  <a:pt x="264033" y="60661"/>
                </a:cubicBezTo>
                <a:cubicBezTo>
                  <a:pt x="264033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59" y="142601"/>
                  <a:pt x="183255" y="143643"/>
                </a:cubicBezTo>
                <a:cubicBezTo>
                  <a:pt x="180740" y="144484"/>
                  <a:pt x="178326" y="144905"/>
                  <a:pt x="176022" y="14490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750" dirty="0"/>
          </a:p>
        </p:txBody>
      </p:sp>
      <p:sp>
        <p:nvSpPr>
          <p:cNvPr id="96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06" y="166274"/>
                </a:moveTo>
                <a:cubicBezTo>
                  <a:pt x="17703" y="164811"/>
                  <a:pt x="16450" y="162818"/>
                  <a:pt x="16029" y="160303"/>
                </a:cubicBezTo>
                <a:cubicBezTo>
                  <a:pt x="15609" y="157789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075" y="79736"/>
                  <a:pt x="67894" y="76800"/>
                  <a:pt x="74185" y="76380"/>
                </a:cubicBezTo>
                <a:cubicBezTo>
                  <a:pt x="80467" y="75959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549" y="44111"/>
                  <a:pt x="157789" y="41075"/>
                  <a:pt x="164711" y="40865"/>
                </a:cubicBezTo>
                <a:cubicBezTo>
                  <a:pt x="171624" y="40865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757" y="18754"/>
                  <a:pt x="246742" y="17392"/>
                  <a:pt x="249256" y="16971"/>
                </a:cubicBezTo>
                <a:cubicBezTo>
                  <a:pt x="251981" y="16349"/>
                  <a:pt x="254496" y="16871"/>
                  <a:pt x="256800" y="18544"/>
                </a:cubicBezTo>
                <a:cubicBezTo>
                  <a:pt x="258903" y="20016"/>
                  <a:pt x="260156" y="22000"/>
                  <a:pt x="260577" y="24515"/>
                </a:cubicBezTo>
                <a:cubicBezTo>
                  <a:pt x="260787" y="26819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705" y="102577"/>
                  <a:pt x="203993" y="102788"/>
                </a:cubicBezTo>
                <a:cubicBezTo>
                  <a:pt x="197081" y="102788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09" y="124889"/>
                  <a:pt x="120390" y="127824"/>
                  <a:pt x="114099" y="128245"/>
                </a:cubicBezTo>
                <a:cubicBezTo>
                  <a:pt x="107607" y="128665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64" y="167225"/>
                  <a:pt x="27350" y="167847"/>
                </a:cubicBezTo>
                <a:cubicBezTo>
                  <a:pt x="24625" y="168478"/>
                  <a:pt x="22110" y="167957"/>
                  <a:pt x="19806" y="166274"/>
                </a:cubicBezTo>
                <a:close/>
                <a:moveTo>
                  <a:pt x="183255" y="232605"/>
                </a:moveTo>
                <a:cubicBezTo>
                  <a:pt x="193313" y="232605"/>
                  <a:pt x="202009" y="229139"/>
                  <a:pt x="209343" y="222227"/>
                </a:cubicBezTo>
                <a:cubicBezTo>
                  <a:pt x="216466" y="215103"/>
                  <a:pt x="220032" y="206508"/>
                  <a:pt x="220032" y="196450"/>
                </a:cubicBezTo>
                <a:cubicBezTo>
                  <a:pt x="220032" y="186181"/>
                  <a:pt x="216466" y="177485"/>
                  <a:pt x="209343" y="170362"/>
                </a:cubicBezTo>
                <a:cubicBezTo>
                  <a:pt x="202220" y="163239"/>
                  <a:pt x="193524" y="159682"/>
                  <a:pt x="183255" y="159682"/>
                </a:cubicBezTo>
                <a:cubicBezTo>
                  <a:pt x="173197" y="159682"/>
                  <a:pt x="164601" y="163348"/>
                  <a:pt x="157478" y="170682"/>
                </a:cubicBezTo>
                <a:cubicBezTo>
                  <a:pt x="150565" y="177805"/>
                  <a:pt x="147109" y="186391"/>
                  <a:pt x="147109" y="196450"/>
                </a:cubicBezTo>
                <a:cubicBezTo>
                  <a:pt x="147109" y="206508"/>
                  <a:pt x="150565" y="215103"/>
                  <a:pt x="157478" y="222227"/>
                </a:cubicBezTo>
                <a:cubicBezTo>
                  <a:pt x="164601" y="229139"/>
                  <a:pt x="173197" y="232605"/>
                  <a:pt x="183255" y="232605"/>
                </a:cubicBezTo>
                <a:close/>
                <a:moveTo>
                  <a:pt x="183255" y="251460"/>
                </a:moveTo>
                <a:cubicBezTo>
                  <a:pt x="167957" y="251460"/>
                  <a:pt x="154963" y="246120"/>
                  <a:pt x="144274" y="235431"/>
                </a:cubicBezTo>
                <a:cubicBezTo>
                  <a:pt x="133585" y="224741"/>
                  <a:pt x="128245" y="211748"/>
                  <a:pt x="128245" y="196450"/>
                </a:cubicBezTo>
                <a:cubicBezTo>
                  <a:pt x="128245" y="181152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54" y="140818"/>
                  <a:pt x="211857" y="146267"/>
                  <a:pt x="222547" y="157167"/>
                </a:cubicBezTo>
                <a:cubicBezTo>
                  <a:pt x="233437" y="167847"/>
                  <a:pt x="238887" y="180951"/>
                  <a:pt x="238887" y="196450"/>
                </a:cubicBezTo>
                <a:cubicBezTo>
                  <a:pt x="238887" y="202530"/>
                  <a:pt x="238046" y="208291"/>
                  <a:pt x="236372" y="213741"/>
                </a:cubicBezTo>
                <a:cubicBezTo>
                  <a:pt x="234489" y="218981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77" y="247062"/>
                  <a:pt x="200537" y="248945"/>
                </a:cubicBezTo>
                <a:cubicBezTo>
                  <a:pt x="195087" y="250619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750" dirty="0"/>
          </a:p>
        </p:txBody>
      </p:sp>
      <p:sp>
        <p:nvSpPr>
          <p:cNvPr id="98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62" y="251460"/>
                  <a:pt x="211958" y="250518"/>
                  <a:pt x="210285" y="248635"/>
                </a:cubicBezTo>
                <a:cubicBezTo>
                  <a:pt x="208401" y="246952"/>
                  <a:pt x="207459" y="244757"/>
                  <a:pt x="207459" y="242033"/>
                </a:cubicBezTo>
                <a:lnTo>
                  <a:pt x="207459" y="172876"/>
                </a:lnTo>
                <a:cubicBezTo>
                  <a:pt x="207459" y="170152"/>
                  <a:pt x="208401" y="167957"/>
                  <a:pt x="210285" y="166274"/>
                </a:cubicBezTo>
                <a:cubicBezTo>
                  <a:pt x="211958" y="164391"/>
                  <a:pt x="214162" y="163449"/>
                  <a:pt x="216887" y="163449"/>
                </a:cubicBezTo>
                <a:lnTo>
                  <a:pt x="242033" y="163449"/>
                </a:lnTo>
                <a:cubicBezTo>
                  <a:pt x="244757" y="163449"/>
                  <a:pt x="246952" y="164391"/>
                  <a:pt x="248635" y="166274"/>
                </a:cubicBezTo>
                <a:cubicBezTo>
                  <a:pt x="250518" y="167957"/>
                  <a:pt x="251460" y="170152"/>
                  <a:pt x="251460" y="172876"/>
                </a:cubicBezTo>
                <a:lnTo>
                  <a:pt x="251460" y="242033"/>
                </a:lnTo>
                <a:cubicBezTo>
                  <a:pt x="251460" y="244757"/>
                  <a:pt x="250518" y="246952"/>
                  <a:pt x="248635" y="248635"/>
                </a:cubicBezTo>
                <a:cubicBezTo>
                  <a:pt x="246952" y="250518"/>
                  <a:pt x="244757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578" y="251460"/>
                  <a:pt x="133374" y="250518"/>
                  <a:pt x="131701" y="248635"/>
                </a:cubicBezTo>
                <a:cubicBezTo>
                  <a:pt x="129817" y="246952"/>
                  <a:pt x="128876" y="244757"/>
                  <a:pt x="128876" y="242033"/>
                </a:cubicBezTo>
                <a:lnTo>
                  <a:pt x="128876" y="59719"/>
                </a:lnTo>
                <a:cubicBezTo>
                  <a:pt x="128876" y="56995"/>
                  <a:pt x="129817" y="54800"/>
                  <a:pt x="131701" y="53117"/>
                </a:cubicBezTo>
                <a:cubicBezTo>
                  <a:pt x="133374" y="51234"/>
                  <a:pt x="135578" y="50292"/>
                  <a:pt x="138303" y="50292"/>
                </a:cubicBezTo>
                <a:lnTo>
                  <a:pt x="163449" y="50292"/>
                </a:lnTo>
                <a:cubicBezTo>
                  <a:pt x="166174" y="50292"/>
                  <a:pt x="168378" y="51234"/>
                  <a:pt x="170051" y="53117"/>
                </a:cubicBezTo>
                <a:cubicBezTo>
                  <a:pt x="171935" y="54800"/>
                  <a:pt x="172876" y="56995"/>
                  <a:pt x="172876" y="59719"/>
                </a:cubicBezTo>
                <a:lnTo>
                  <a:pt x="172876" y="242033"/>
                </a:lnTo>
                <a:cubicBezTo>
                  <a:pt x="172876" y="244757"/>
                  <a:pt x="171935" y="246952"/>
                  <a:pt x="170051" y="248635"/>
                </a:cubicBezTo>
                <a:cubicBezTo>
                  <a:pt x="168378" y="250518"/>
                  <a:pt x="166174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6995" y="251460"/>
                  <a:pt x="54800" y="250518"/>
                  <a:pt x="53117" y="248635"/>
                </a:cubicBezTo>
                <a:cubicBezTo>
                  <a:pt x="51234" y="246952"/>
                  <a:pt x="50292" y="244757"/>
                  <a:pt x="50292" y="242033"/>
                </a:cubicBezTo>
                <a:lnTo>
                  <a:pt x="50292" y="122584"/>
                </a:lnTo>
                <a:cubicBezTo>
                  <a:pt x="50292" y="119860"/>
                  <a:pt x="51234" y="117665"/>
                  <a:pt x="53117" y="115982"/>
                </a:cubicBezTo>
                <a:cubicBezTo>
                  <a:pt x="54800" y="114099"/>
                  <a:pt x="56995" y="113157"/>
                  <a:pt x="59719" y="113157"/>
                </a:cubicBezTo>
                <a:lnTo>
                  <a:pt x="84865" y="113157"/>
                </a:lnTo>
                <a:cubicBezTo>
                  <a:pt x="87590" y="113157"/>
                  <a:pt x="89794" y="114099"/>
                  <a:pt x="91467" y="115982"/>
                </a:cubicBezTo>
                <a:cubicBezTo>
                  <a:pt x="93351" y="117665"/>
                  <a:pt x="94302" y="119860"/>
                  <a:pt x="94302" y="122584"/>
                </a:cubicBezTo>
                <a:lnTo>
                  <a:pt x="94302" y="242033"/>
                </a:lnTo>
                <a:cubicBezTo>
                  <a:pt x="94302" y="244757"/>
                  <a:pt x="93351" y="246952"/>
                  <a:pt x="91467" y="248635"/>
                </a:cubicBezTo>
                <a:cubicBezTo>
                  <a:pt x="89794" y="250518"/>
                  <a:pt x="87590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750" dirty="0"/>
          </a:p>
        </p:txBody>
      </p:sp>
      <p:sp>
        <p:nvSpPr>
          <p:cNvPr id="100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44"/>
                  <a:pt x="104671" y="46936"/>
                  <a:pt x="108439" y="43379"/>
                </a:cubicBezTo>
                <a:cubicBezTo>
                  <a:pt x="112005" y="39603"/>
                  <a:pt x="116403" y="37719"/>
                  <a:pt x="121643" y="37719"/>
                </a:cubicBezTo>
                <a:lnTo>
                  <a:pt x="180109" y="37719"/>
                </a:lnTo>
                <a:cubicBezTo>
                  <a:pt x="185349" y="37719"/>
                  <a:pt x="189747" y="39603"/>
                  <a:pt x="193313" y="43379"/>
                </a:cubicBezTo>
                <a:cubicBezTo>
                  <a:pt x="197081" y="46936"/>
                  <a:pt x="198964" y="51344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81" y="138303"/>
                  <a:pt x="267389" y="140187"/>
                  <a:pt x="270946" y="143963"/>
                </a:cubicBezTo>
                <a:cubicBezTo>
                  <a:pt x="274722" y="147520"/>
                  <a:pt x="276606" y="151928"/>
                  <a:pt x="276606" y="15716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750" dirty="0"/>
          </a:p>
        </p:txBody>
      </p:sp>
      <p:sp>
        <p:nvSpPr>
          <p:cNvPr id="102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58" y="93772"/>
                  <a:pt x="226625" y="75127"/>
                </a:cubicBezTo>
                <a:cubicBezTo>
                  <a:pt x="208191" y="56263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946" y="58046"/>
                  <a:pt x="72292" y="78584"/>
                </a:cubicBezTo>
                <a:cubicBezTo>
                  <a:pt x="53438" y="99121"/>
                  <a:pt x="44010" y="123215"/>
                  <a:pt x="44010" y="150876"/>
                </a:cubicBezTo>
                <a:cubicBezTo>
                  <a:pt x="44010" y="178537"/>
                  <a:pt x="53438" y="202631"/>
                  <a:pt x="72292" y="223168"/>
                </a:cubicBezTo>
                <a:cubicBezTo>
                  <a:pt x="90946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91" y="245590"/>
                  <a:pt x="226625" y="226945"/>
                </a:cubicBezTo>
                <a:cubicBezTo>
                  <a:pt x="244858" y="208081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60"/>
                  <a:pt x="101846" y="266858"/>
                </a:cubicBez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750" dirty="0"/>
          </a:p>
        </p:txBody>
      </p:sp>
      <p:sp>
        <p:nvSpPr>
          <p:cNvPr id="104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750" dirty="0"/>
          </a:p>
        </p:txBody>
      </p:sp>
      <p:sp>
        <p:nvSpPr>
          <p:cNvPr id="106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59"/>
                  <a:pt x="29233" y="215945"/>
                </a:cubicBezTo>
                <a:cubicBezTo>
                  <a:pt x="29233" y="213220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87" y="134115"/>
                  <a:pt x="111694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1958" y="101215"/>
                  <a:pt x="209763" y="100273"/>
                  <a:pt x="208081" y="98380"/>
                </a:cubicBezTo>
                <a:cubicBezTo>
                  <a:pt x="206197" y="96707"/>
                  <a:pt x="205255" y="94503"/>
                  <a:pt x="205255" y="91787"/>
                </a:cubicBezTo>
                <a:cubicBezTo>
                  <a:pt x="205255" y="89063"/>
                  <a:pt x="206197" y="86859"/>
                  <a:pt x="208081" y="85186"/>
                </a:cubicBezTo>
                <a:cubicBezTo>
                  <a:pt x="209763" y="83293"/>
                  <a:pt x="211958" y="82351"/>
                  <a:pt x="214683" y="82351"/>
                </a:cubicBezTo>
                <a:lnTo>
                  <a:pt x="267179" y="82351"/>
                </a:lnTo>
                <a:cubicBezTo>
                  <a:pt x="269903" y="82351"/>
                  <a:pt x="272098" y="83293"/>
                  <a:pt x="273781" y="85186"/>
                </a:cubicBezTo>
                <a:cubicBezTo>
                  <a:pt x="275664" y="86859"/>
                  <a:pt x="276606" y="89063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65" y="148992"/>
                  <a:pt x="274091" y="150876"/>
                </a:cubicBezTo>
                <a:cubicBezTo>
                  <a:pt x="272208" y="152760"/>
                  <a:pt x="270004" y="153701"/>
                  <a:pt x="267489" y="153701"/>
                </a:cubicBezTo>
                <a:cubicBezTo>
                  <a:pt x="264975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47" y="194045"/>
                  <a:pt x="174349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95" y="225372"/>
                  <a:pt x="38981" y="225372"/>
                </a:cubicBezTo>
                <a:cubicBezTo>
                  <a:pt x="36256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750" dirty="0"/>
          </a:p>
        </p:txBody>
      </p:sp>
      <p:sp>
        <p:nvSpPr>
          <p:cNvPr id="108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71" y="174559"/>
                  <a:pt x="122164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244"/>
                  <a:pt x="29233" y="92729"/>
                </a:cubicBezTo>
                <a:cubicBezTo>
                  <a:pt x="29233" y="90004"/>
                  <a:pt x="30175" y="87700"/>
                  <a:pt x="32059" y="85807"/>
                </a:cubicBezTo>
                <a:cubicBezTo>
                  <a:pt x="33952" y="83924"/>
                  <a:pt x="36256" y="82982"/>
                  <a:pt x="38981" y="82982"/>
                </a:cubicBezTo>
                <a:cubicBezTo>
                  <a:pt x="41495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71" y="114309"/>
                  <a:pt x="163870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65"/>
                  <a:pt x="259004" y="159362"/>
                  <a:pt x="260887" y="157478"/>
                </a:cubicBezTo>
                <a:cubicBezTo>
                  <a:pt x="262780" y="155805"/>
                  <a:pt x="264975" y="154963"/>
                  <a:pt x="267489" y="154963"/>
                </a:cubicBezTo>
                <a:cubicBezTo>
                  <a:pt x="270004" y="154963"/>
                  <a:pt x="272208" y="155805"/>
                  <a:pt x="274091" y="157478"/>
                </a:cubicBezTo>
                <a:cubicBezTo>
                  <a:pt x="275765" y="159362"/>
                  <a:pt x="276606" y="161565"/>
                  <a:pt x="276606" y="164080"/>
                </a:cubicBezTo>
                <a:lnTo>
                  <a:pt x="276606" y="216887"/>
                </a:lnTo>
                <a:cubicBezTo>
                  <a:pt x="276606" y="219611"/>
                  <a:pt x="275664" y="221806"/>
                  <a:pt x="273781" y="223489"/>
                </a:cubicBezTo>
                <a:cubicBezTo>
                  <a:pt x="272098" y="225372"/>
                  <a:pt x="269903" y="226314"/>
                  <a:pt x="267179" y="226314"/>
                </a:cubicBezTo>
                <a:lnTo>
                  <a:pt x="214683" y="226314"/>
                </a:lnTo>
                <a:cubicBezTo>
                  <a:pt x="211958" y="226314"/>
                  <a:pt x="209763" y="225372"/>
                  <a:pt x="208081" y="223489"/>
                </a:cubicBezTo>
                <a:cubicBezTo>
                  <a:pt x="206197" y="221806"/>
                  <a:pt x="205255" y="219611"/>
                  <a:pt x="205255" y="216887"/>
                </a:cubicBezTo>
                <a:cubicBezTo>
                  <a:pt x="205255" y="214162"/>
                  <a:pt x="206197" y="211958"/>
                  <a:pt x="208081" y="210285"/>
                </a:cubicBezTo>
                <a:cubicBezTo>
                  <a:pt x="209763" y="208401"/>
                  <a:pt x="211958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750" dirty="0"/>
          </a:p>
        </p:txBody>
      </p:sp>
      <p:sp>
        <p:nvSpPr>
          <p:cNvPr id="110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73" y="226314"/>
                </a:moveTo>
                <a:cubicBezTo>
                  <a:pt x="28502" y="226314"/>
                  <a:pt x="23363" y="224110"/>
                  <a:pt x="19175" y="219712"/>
                </a:cubicBezTo>
                <a:cubicBezTo>
                  <a:pt x="14777" y="215524"/>
                  <a:pt x="12573" y="210385"/>
                  <a:pt x="12573" y="204314"/>
                </a:cubicBezTo>
                <a:cubicBezTo>
                  <a:pt x="12573" y="198233"/>
                  <a:pt x="14667" y="193103"/>
                  <a:pt x="18864" y="188906"/>
                </a:cubicBezTo>
                <a:cubicBezTo>
                  <a:pt x="23262" y="184508"/>
                  <a:pt x="28502" y="182313"/>
                  <a:pt x="34573" y="182313"/>
                </a:cubicBezTo>
                <a:cubicBezTo>
                  <a:pt x="35625" y="182313"/>
                  <a:pt x="36667" y="182414"/>
                  <a:pt x="37719" y="182624"/>
                </a:cubicBezTo>
                <a:cubicBezTo>
                  <a:pt x="38771" y="182624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4040" y="117345"/>
                  <a:pt x="104040" y="116303"/>
                </a:cubicBezTo>
                <a:cubicBezTo>
                  <a:pt x="103830" y="115251"/>
                  <a:pt x="103730" y="114209"/>
                  <a:pt x="103730" y="113157"/>
                </a:cubicBezTo>
                <a:cubicBezTo>
                  <a:pt x="103730" y="107076"/>
                  <a:pt x="105924" y="101846"/>
                  <a:pt x="110332" y="97438"/>
                </a:cubicBezTo>
                <a:cubicBezTo>
                  <a:pt x="114519" y="93251"/>
                  <a:pt x="119649" y="91157"/>
                  <a:pt x="125730" y="91157"/>
                </a:cubicBezTo>
                <a:cubicBezTo>
                  <a:pt x="131811" y="91157"/>
                  <a:pt x="137050" y="93351"/>
                  <a:pt x="141449" y="97759"/>
                </a:cubicBezTo>
                <a:cubicBezTo>
                  <a:pt x="145636" y="101946"/>
                  <a:pt x="147730" y="107076"/>
                  <a:pt x="147730" y="113157"/>
                </a:cubicBezTo>
                <a:cubicBezTo>
                  <a:pt x="147730" y="113578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332"/>
                  <a:pt x="185449" y="154332"/>
                </a:cubicBezTo>
                <a:cubicBezTo>
                  <a:pt x="186501" y="154122"/>
                  <a:pt x="187543" y="154022"/>
                  <a:pt x="188595" y="154022"/>
                </a:cubicBezTo>
                <a:cubicBezTo>
                  <a:pt x="189647" y="154022"/>
                  <a:pt x="190689" y="154122"/>
                  <a:pt x="191741" y="154332"/>
                </a:cubicBezTo>
                <a:cubicBezTo>
                  <a:pt x="192783" y="154332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89" y="101636"/>
                  <a:pt x="245489" y="100584"/>
                </a:cubicBezTo>
                <a:cubicBezTo>
                  <a:pt x="245279" y="99532"/>
                  <a:pt x="245178" y="98490"/>
                  <a:pt x="245178" y="97438"/>
                </a:cubicBezTo>
                <a:cubicBezTo>
                  <a:pt x="245178" y="91367"/>
                  <a:pt x="247373" y="86127"/>
                  <a:pt x="251771" y="81729"/>
                </a:cubicBezTo>
                <a:cubicBezTo>
                  <a:pt x="255968" y="77532"/>
                  <a:pt x="261098" y="75438"/>
                  <a:pt x="267179" y="75438"/>
                </a:cubicBezTo>
                <a:cubicBezTo>
                  <a:pt x="273250" y="75438"/>
                  <a:pt x="278490" y="77642"/>
                  <a:pt x="282897" y="82040"/>
                </a:cubicBezTo>
                <a:cubicBezTo>
                  <a:pt x="287085" y="86228"/>
                  <a:pt x="289179" y="91367"/>
                  <a:pt x="289179" y="97438"/>
                </a:cubicBezTo>
                <a:cubicBezTo>
                  <a:pt x="289179" y="103519"/>
                  <a:pt x="287085" y="108759"/>
                  <a:pt x="282897" y="113157"/>
                </a:cubicBezTo>
                <a:cubicBezTo>
                  <a:pt x="278490" y="117345"/>
                  <a:pt x="273250" y="119448"/>
                  <a:pt x="267179" y="119448"/>
                </a:cubicBezTo>
                <a:cubicBezTo>
                  <a:pt x="266127" y="119448"/>
                  <a:pt x="265085" y="119448"/>
                  <a:pt x="264033" y="119448"/>
                </a:cubicBezTo>
                <a:cubicBezTo>
                  <a:pt x="262981" y="119238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85" y="171834"/>
                  <a:pt x="210595" y="172876"/>
                </a:cubicBezTo>
                <a:cubicBezTo>
                  <a:pt x="210595" y="173928"/>
                  <a:pt x="210595" y="174970"/>
                  <a:pt x="210595" y="176022"/>
                </a:cubicBezTo>
                <a:cubicBezTo>
                  <a:pt x="210595" y="182103"/>
                  <a:pt x="208401" y="187342"/>
                  <a:pt x="203993" y="191741"/>
                </a:cubicBezTo>
                <a:cubicBezTo>
                  <a:pt x="199806" y="195928"/>
                  <a:pt x="194676" y="198022"/>
                  <a:pt x="188595" y="198022"/>
                </a:cubicBezTo>
                <a:cubicBezTo>
                  <a:pt x="182514" y="198022"/>
                  <a:pt x="177384" y="195928"/>
                  <a:pt x="173197" y="191741"/>
                </a:cubicBezTo>
                <a:cubicBezTo>
                  <a:pt x="168789" y="187342"/>
                  <a:pt x="166595" y="182103"/>
                  <a:pt x="166595" y="176022"/>
                </a:cubicBezTo>
                <a:cubicBezTo>
                  <a:pt x="166595" y="174970"/>
                  <a:pt x="166695" y="173928"/>
                  <a:pt x="166905" y="172876"/>
                </a:cubicBezTo>
                <a:cubicBezTo>
                  <a:pt x="166905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47"/>
                  <a:pt x="128876" y="135157"/>
                </a:cubicBezTo>
                <a:cubicBezTo>
                  <a:pt x="127824" y="135157"/>
                  <a:pt x="126782" y="135157"/>
                  <a:pt x="125730" y="135157"/>
                </a:cubicBezTo>
                <a:cubicBezTo>
                  <a:pt x="125309" y="135157"/>
                  <a:pt x="122905" y="134847"/>
                  <a:pt x="118497" y="134216"/>
                </a:cubicBezTo>
                <a:lnTo>
                  <a:pt x="55632" y="197081"/>
                </a:lnTo>
                <a:cubicBezTo>
                  <a:pt x="56053" y="198754"/>
                  <a:pt x="56373" y="200116"/>
                  <a:pt x="56583" y="201168"/>
                </a:cubicBezTo>
                <a:cubicBezTo>
                  <a:pt x="56583" y="202220"/>
                  <a:pt x="56583" y="203262"/>
                  <a:pt x="56583" y="204314"/>
                </a:cubicBezTo>
                <a:cubicBezTo>
                  <a:pt x="56583" y="210385"/>
                  <a:pt x="54379" y="215625"/>
                  <a:pt x="49981" y="220032"/>
                </a:cubicBezTo>
                <a:cubicBezTo>
                  <a:pt x="45784" y="224220"/>
                  <a:pt x="40654" y="226314"/>
                  <a:pt x="34573" y="22631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750" dirty="0"/>
          </a:p>
        </p:txBody>
      </p:sp>
      <p:sp>
        <p:nvSpPr>
          <p:cNvPr id="112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6508"/>
                </a:moveTo>
                <a:cubicBezTo>
                  <a:pt x="157999" y="206097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415" y="103830"/>
                  <a:pt x="224741" y="102157"/>
                </a:cubicBezTo>
                <a:cubicBezTo>
                  <a:pt x="222858" y="100273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66" y="206718"/>
                  <a:pt x="148992" y="206508"/>
                </a:cubicBezTo>
                <a:close/>
                <a:moveTo>
                  <a:pt x="150245" y="50603"/>
                </a:moveTo>
                <a:cubicBezTo>
                  <a:pt x="159682" y="50603"/>
                  <a:pt x="169630" y="51865"/>
                  <a:pt x="180109" y="54379"/>
                </a:cubicBezTo>
                <a:cubicBezTo>
                  <a:pt x="190378" y="56894"/>
                  <a:pt x="200537" y="60981"/>
                  <a:pt x="210595" y="66641"/>
                </a:cubicBezTo>
                <a:cubicBezTo>
                  <a:pt x="212900" y="68105"/>
                  <a:pt x="214473" y="70098"/>
                  <a:pt x="215314" y="72613"/>
                </a:cubicBezTo>
                <a:cubicBezTo>
                  <a:pt x="216155" y="75337"/>
                  <a:pt x="215734" y="77852"/>
                  <a:pt x="214052" y="80156"/>
                </a:cubicBezTo>
                <a:cubicBezTo>
                  <a:pt x="212379" y="82461"/>
                  <a:pt x="210285" y="83823"/>
                  <a:pt x="207770" y="84244"/>
                </a:cubicBezTo>
                <a:cubicBezTo>
                  <a:pt x="205045" y="84445"/>
                  <a:pt x="202430" y="83924"/>
                  <a:pt x="199915" y="82671"/>
                </a:cubicBezTo>
                <a:cubicBezTo>
                  <a:pt x="191320" y="78053"/>
                  <a:pt x="182624" y="74706"/>
                  <a:pt x="173818" y="72613"/>
                </a:cubicBezTo>
                <a:cubicBezTo>
                  <a:pt x="164811" y="70509"/>
                  <a:pt x="156957" y="69467"/>
                  <a:pt x="150245" y="69467"/>
                </a:cubicBezTo>
                <a:cubicBezTo>
                  <a:pt x="120911" y="69467"/>
                  <a:pt x="95866" y="79946"/>
                  <a:pt x="75127" y="100895"/>
                </a:cubicBezTo>
                <a:cubicBezTo>
                  <a:pt x="54379" y="121853"/>
                  <a:pt x="44010" y="147310"/>
                  <a:pt x="44010" y="177284"/>
                </a:cubicBezTo>
                <a:cubicBezTo>
                  <a:pt x="44010" y="186711"/>
                  <a:pt x="45363" y="196239"/>
                  <a:pt x="48088" y="205886"/>
                </a:cubicBezTo>
                <a:cubicBezTo>
                  <a:pt x="50603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56"/>
                  <a:pt x="253344" y="153080"/>
                </a:cubicBezTo>
                <a:cubicBezTo>
                  <a:pt x="251460" y="144484"/>
                  <a:pt x="248314" y="136310"/>
                  <a:pt x="243916" y="128555"/>
                </a:cubicBezTo>
                <a:cubicBezTo>
                  <a:pt x="242453" y="126251"/>
                  <a:pt x="241923" y="123737"/>
                  <a:pt x="242343" y="121012"/>
                </a:cubicBezTo>
                <a:cubicBezTo>
                  <a:pt x="242554" y="118287"/>
                  <a:pt x="243816" y="116193"/>
                  <a:pt x="246120" y="114730"/>
                </a:cubicBezTo>
                <a:cubicBezTo>
                  <a:pt x="248424" y="113056"/>
                  <a:pt x="250829" y="112636"/>
                  <a:pt x="253344" y="113468"/>
                </a:cubicBezTo>
                <a:cubicBezTo>
                  <a:pt x="256069" y="114309"/>
                  <a:pt x="258062" y="115982"/>
                  <a:pt x="259315" y="118497"/>
                </a:cubicBezTo>
                <a:cubicBezTo>
                  <a:pt x="264134" y="127934"/>
                  <a:pt x="267910" y="137361"/>
                  <a:pt x="270635" y="146789"/>
                </a:cubicBezTo>
                <a:cubicBezTo>
                  <a:pt x="273150" y="156006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243" y="248845"/>
                  <a:pt x="250518" y="249887"/>
                </a:cubicBezTo>
                <a:cubicBezTo>
                  <a:pt x="247583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328" y="250619"/>
                  <a:pt x="49981" y="248945"/>
                </a:cubicBezTo>
                <a:cubicBezTo>
                  <a:pt x="46415" y="247062"/>
                  <a:pt x="43800" y="244437"/>
                  <a:pt x="42117" y="241091"/>
                </a:cubicBezTo>
                <a:cubicBezTo>
                  <a:pt x="36667" y="231032"/>
                  <a:pt x="32479" y="220864"/>
                  <a:pt x="29544" y="210595"/>
                </a:cubicBezTo>
                <a:cubicBezTo>
                  <a:pt x="26609" y="200116"/>
                  <a:pt x="25146" y="189016"/>
                  <a:pt x="25146" y="177284"/>
                </a:cubicBezTo>
                <a:cubicBezTo>
                  <a:pt x="25146" y="159883"/>
                  <a:pt x="28502" y="143543"/>
                  <a:pt x="35204" y="128245"/>
                </a:cubicBezTo>
                <a:cubicBezTo>
                  <a:pt x="41697" y="112736"/>
                  <a:pt x="50603" y="99331"/>
                  <a:pt x="61923" y="88011"/>
                </a:cubicBezTo>
                <a:cubicBezTo>
                  <a:pt x="73234" y="76490"/>
                  <a:pt x="86548" y="67373"/>
                  <a:pt x="101846" y="60661"/>
                </a:cubicBezTo>
                <a:cubicBezTo>
                  <a:pt x="116933" y="53959"/>
                  <a:pt x="133063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750" dirty="0"/>
          </a:p>
        </p:txBody>
      </p:sp>
      <p:sp>
        <p:nvSpPr>
          <p:cNvPr id="114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22"/>
                  <a:pt x="161245" y="42227"/>
                  <a:pt x="163138" y="40544"/>
                </a:cubicBezTo>
                <a:cubicBezTo>
                  <a:pt x="164811" y="38661"/>
                  <a:pt x="167015" y="37719"/>
                  <a:pt x="169740" y="37719"/>
                </a:cubicBezTo>
                <a:lnTo>
                  <a:pt x="254606" y="37719"/>
                </a:lnTo>
                <a:cubicBezTo>
                  <a:pt x="257330" y="37719"/>
                  <a:pt x="259525" y="38661"/>
                  <a:pt x="261208" y="40544"/>
                </a:cubicBezTo>
                <a:cubicBezTo>
                  <a:pt x="263091" y="42227"/>
                  <a:pt x="264033" y="44422"/>
                  <a:pt x="264033" y="47146"/>
                </a:cubicBezTo>
                <a:lnTo>
                  <a:pt x="264033" y="113157"/>
                </a:lnTo>
                <a:cubicBezTo>
                  <a:pt x="264033" y="115882"/>
                  <a:pt x="263091" y="118086"/>
                  <a:pt x="261208" y="119759"/>
                </a:cubicBezTo>
                <a:cubicBezTo>
                  <a:pt x="259525" y="121643"/>
                  <a:pt x="257330" y="122584"/>
                  <a:pt x="254606" y="122584"/>
                </a:cubicBezTo>
                <a:lnTo>
                  <a:pt x="169740" y="122584"/>
                </a:lnTo>
                <a:cubicBezTo>
                  <a:pt x="167015" y="122584"/>
                  <a:pt x="164811" y="121643"/>
                  <a:pt x="163138" y="119759"/>
                </a:cubicBezTo>
                <a:cubicBezTo>
                  <a:pt x="161245" y="118086"/>
                  <a:pt x="160303" y="115882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22"/>
                  <a:pt x="38661" y="42227"/>
                  <a:pt x="40544" y="40544"/>
                </a:cubicBezTo>
                <a:cubicBezTo>
                  <a:pt x="42227" y="38661"/>
                  <a:pt x="44422" y="37719"/>
                  <a:pt x="47146" y="37719"/>
                </a:cubicBezTo>
                <a:lnTo>
                  <a:pt x="132021" y="37719"/>
                </a:lnTo>
                <a:cubicBezTo>
                  <a:pt x="134737" y="37719"/>
                  <a:pt x="136941" y="38661"/>
                  <a:pt x="138614" y="40544"/>
                </a:cubicBezTo>
                <a:cubicBezTo>
                  <a:pt x="140507" y="42227"/>
                  <a:pt x="141449" y="44422"/>
                  <a:pt x="141449" y="47146"/>
                </a:cubicBezTo>
                <a:lnTo>
                  <a:pt x="141449" y="150876"/>
                </a:lnTo>
                <a:cubicBezTo>
                  <a:pt x="141449" y="153601"/>
                  <a:pt x="140507" y="155805"/>
                  <a:pt x="138614" y="157478"/>
                </a:cubicBezTo>
                <a:cubicBezTo>
                  <a:pt x="136941" y="159362"/>
                  <a:pt x="134737" y="160303"/>
                  <a:pt x="132021" y="160303"/>
                </a:cubicBez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51"/>
                  <a:pt x="161245" y="145947"/>
                  <a:pt x="163138" y="144274"/>
                </a:cubicBezTo>
                <a:cubicBezTo>
                  <a:pt x="164811" y="142390"/>
                  <a:pt x="167015" y="141449"/>
                  <a:pt x="169740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lnTo>
                  <a:pt x="169740" y="264033"/>
                </a:lnTo>
                <a:cubicBezTo>
                  <a:pt x="167015" y="264033"/>
                  <a:pt x="164811" y="263091"/>
                  <a:pt x="163138" y="261208"/>
                </a:cubicBezTo>
                <a:cubicBezTo>
                  <a:pt x="161245" y="259525"/>
                  <a:pt x="160303" y="257330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870"/>
                  <a:pt x="38661" y="183666"/>
                  <a:pt x="40544" y="181993"/>
                </a:cubicBezTo>
                <a:cubicBezTo>
                  <a:pt x="42227" y="180109"/>
                  <a:pt x="44422" y="179168"/>
                  <a:pt x="47146" y="179168"/>
                </a:cubicBezTo>
                <a:lnTo>
                  <a:pt x="132021" y="179168"/>
                </a:lnTo>
                <a:cubicBezTo>
                  <a:pt x="134737" y="179168"/>
                  <a:pt x="136941" y="180109"/>
                  <a:pt x="138614" y="181993"/>
                </a:cubicBezTo>
                <a:cubicBezTo>
                  <a:pt x="140507" y="183666"/>
                  <a:pt x="141449" y="185870"/>
                  <a:pt x="141449" y="188595"/>
                </a:cubicBezTo>
                <a:lnTo>
                  <a:pt x="141449" y="254606"/>
                </a:lnTo>
                <a:cubicBezTo>
                  <a:pt x="141449" y="257330"/>
                  <a:pt x="140507" y="259525"/>
                  <a:pt x="138614" y="261208"/>
                </a:cubicBezTo>
                <a:cubicBezTo>
                  <a:pt x="136941" y="263091"/>
                  <a:pt x="134737" y="264033"/>
                  <a:pt x="132021" y="264033"/>
                </a:cubicBezTo>
                <a:lnTo>
                  <a:pt x="47146" y="264033"/>
                </a:lnTo>
                <a:cubicBezTo>
                  <a:pt x="44422" y="264033"/>
                  <a:pt x="42227" y="263091"/>
                  <a:pt x="40544" y="261208"/>
                </a:cubicBezTo>
                <a:cubicBezTo>
                  <a:pt x="38661" y="259525"/>
                  <a:pt x="37719" y="257330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750" dirty="0"/>
          </a:p>
        </p:txBody>
      </p:sp>
      <p:sp>
        <p:nvSpPr>
          <p:cNvPr id="116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553" y="109179"/>
                  <a:pt x="206828" y="109390"/>
                </a:cubicBezTo>
                <a:cubicBezTo>
                  <a:pt x="203893" y="109390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750" dirty="0"/>
          </a:p>
        </p:txBody>
      </p:sp>
      <p:sp>
        <p:nvSpPr>
          <p:cNvPr id="118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750" dirty="0"/>
          </a:p>
        </p:txBody>
      </p:sp>
      <p:sp>
        <p:nvSpPr>
          <p:cNvPr id="120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50876" y="257751"/>
                </a:moveTo>
                <a:cubicBezTo>
                  <a:pt x="163659" y="257751"/>
                  <a:pt x="176022" y="255648"/>
                  <a:pt x="187964" y="251460"/>
                </a:cubicBezTo>
                <a:cubicBezTo>
                  <a:pt x="199705" y="247062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67"/>
                  <a:pt x="50603" y="114099"/>
                </a:cubicBezTo>
                <a:cubicBezTo>
                  <a:pt x="46205" y="125831"/>
                  <a:pt x="44010" y="138093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705"/>
                  <a:pt x="250829" y="187964"/>
                </a:cubicBezTo>
                <a:cubicBezTo>
                  <a:pt x="255438" y="176022"/>
                  <a:pt x="257751" y="163659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38093" y="44010"/>
                  <a:pt x="125831" y="46205"/>
                  <a:pt x="114099" y="50603"/>
                </a:cubicBezTo>
                <a:cubicBezTo>
                  <a:pt x="102367" y="55010"/>
                  <a:pt x="91678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750" dirty="0"/>
          </a:p>
        </p:txBody>
      </p:sp>
      <p:sp>
        <p:nvSpPr>
          <p:cNvPr id="122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57" y="263612"/>
                  <a:pt x="24204" y="262780"/>
                </a:cubicBezTo>
                <a:cubicBezTo>
                  <a:pt x="22732" y="261939"/>
                  <a:pt x="21580" y="260787"/>
                  <a:pt x="20748" y="259315"/>
                </a:cubicBezTo>
                <a:cubicBezTo>
                  <a:pt x="19906" y="257852"/>
                  <a:pt x="19486" y="256389"/>
                  <a:pt x="19486" y="254916"/>
                </a:cubicBezTo>
                <a:cubicBezTo>
                  <a:pt x="19276" y="253243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5006" y="36466"/>
                  <a:pt x="146478" y="35835"/>
                </a:cubicBezTo>
                <a:cubicBezTo>
                  <a:pt x="147730" y="34994"/>
                  <a:pt x="149203" y="34573"/>
                  <a:pt x="150876" y="34573"/>
                </a:cubicBezTo>
                <a:cubicBezTo>
                  <a:pt x="152549" y="34573"/>
                  <a:pt x="154122" y="34994"/>
                  <a:pt x="155594" y="35835"/>
                </a:cubicBezTo>
                <a:cubicBezTo>
                  <a:pt x="156847" y="36466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77" y="253243"/>
                  <a:pt x="282577" y="254916"/>
                </a:cubicBezTo>
                <a:cubicBezTo>
                  <a:pt x="282367" y="256389"/>
                  <a:pt x="281846" y="257852"/>
                  <a:pt x="281004" y="259315"/>
                </a:cubicBezTo>
                <a:cubicBezTo>
                  <a:pt x="280172" y="260787"/>
                  <a:pt x="279121" y="261939"/>
                  <a:pt x="277868" y="262780"/>
                </a:cubicBezTo>
                <a:cubicBezTo>
                  <a:pt x="276396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9051" y="224741"/>
                </a:moveTo>
                <a:cubicBezTo>
                  <a:pt x="160724" y="222858"/>
                  <a:pt x="161565" y="220553"/>
                  <a:pt x="161565" y="217828"/>
                </a:cubicBezTo>
                <a:cubicBezTo>
                  <a:pt x="161565" y="215103"/>
                  <a:pt x="160724" y="212900"/>
                  <a:pt x="159051" y="211226"/>
                </a:cubicBezTo>
                <a:cubicBezTo>
                  <a:pt x="157167" y="209343"/>
                  <a:pt x="154854" y="208401"/>
                  <a:pt x="152138" y="208401"/>
                </a:cubicBezTo>
                <a:cubicBezTo>
                  <a:pt x="149413" y="208401"/>
                  <a:pt x="147209" y="209343"/>
                  <a:pt x="145536" y="211226"/>
                </a:cubicBezTo>
                <a:cubicBezTo>
                  <a:pt x="143643" y="212900"/>
                  <a:pt x="142701" y="215103"/>
                  <a:pt x="142701" y="217828"/>
                </a:cubicBezTo>
                <a:cubicBezTo>
                  <a:pt x="142701" y="220553"/>
                  <a:pt x="143643" y="222858"/>
                  <a:pt x="145536" y="224741"/>
                </a:cubicBezTo>
                <a:cubicBezTo>
                  <a:pt x="147209" y="226415"/>
                  <a:pt x="149413" y="227256"/>
                  <a:pt x="152138" y="227256"/>
                </a:cubicBezTo>
                <a:cubicBezTo>
                  <a:pt x="154854" y="227256"/>
                  <a:pt x="157167" y="226415"/>
                  <a:pt x="159051" y="224741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724" y="126462"/>
                  <a:pt x="159051" y="124788"/>
                </a:cubicBezTo>
                <a:cubicBezTo>
                  <a:pt x="157167" y="122905"/>
                  <a:pt x="154854" y="121963"/>
                  <a:pt x="152138" y="121963"/>
                </a:cubicBezTo>
                <a:cubicBezTo>
                  <a:pt x="149413" y="121963"/>
                  <a:pt x="147209" y="122905"/>
                  <a:pt x="145536" y="124788"/>
                </a:cubicBezTo>
                <a:cubicBezTo>
                  <a:pt x="143643" y="126462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750" dirty="0"/>
          </a:p>
        </p:txBody>
      </p:sp>
      <p:sp>
        <p:nvSpPr>
          <p:cNvPr id="124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420" y="210916"/>
                </a:moveTo>
                <a:cubicBezTo>
                  <a:pt x="160303" y="208812"/>
                  <a:pt x="161245" y="206298"/>
                  <a:pt x="161245" y="203372"/>
                </a:cubicBezTo>
                <a:cubicBezTo>
                  <a:pt x="161245" y="200436"/>
                  <a:pt x="160303" y="198022"/>
                  <a:pt x="158420" y="196139"/>
                </a:cubicBezTo>
                <a:cubicBezTo>
                  <a:pt x="156326" y="194045"/>
                  <a:pt x="153811" y="192993"/>
                  <a:pt x="150876" y="192993"/>
                </a:cubicBezTo>
                <a:cubicBezTo>
                  <a:pt x="147941" y="192993"/>
                  <a:pt x="145536" y="193935"/>
                  <a:pt x="143643" y="195828"/>
                </a:cubicBezTo>
                <a:cubicBezTo>
                  <a:pt x="141549" y="197922"/>
                  <a:pt x="140507" y="200436"/>
                  <a:pt x="140507" y="203372"/>
                </a:cubicBezTo>
                <a:cubicBezTo>
                  <a:pt x="140507" y="206298"/>
                  <a:pt x="141449" y="208812"/>
                  <a:pt x="143332" y="210916"/>
                </a:cubicBezTo>
                <a:cubicBezTo>
                  <a:pt x="145426" y="212799"/>
                  <a:pt x="147941" y="213741"/>
                  <a:pt x="150876" y="213741"/>
                </a:cubicBezTo>
                <a:cubicBezTo>
                  <a:pt x="153811" y="213741"/>
                  <a:pt x="156326" y="212799"/>
                  <a:pt x="158420" y="210916"/>
                </a:cubicBezTo>
                <a:close/>
                <a:moveTo>
                  <a:pt x="158731" y="162818"/>
                </a:moveTo>
                <a:cubicBezTo>
                  <a:pt x="160413" y="161145"/>
                  <a:pt x="161245" y="158941"/>
                  <a:pt x="161245" y="156216"/>
                </a:cubicBezTo>
                <a:lnTo>
                  <a:pt x="161245" y="95555"/>
                </a:lnTo>
                <a:cubicBezTo>
                  <a:pt x="161245" y="92830"/>
                  <a:pt x="160303" y="90626"/>
                  <a:pt x="158420" y="88953"/>
                </a:cubicBezTo>
                <a:cubicBezTo>
                  <a:pt x="156746" y="87069"/>
                  <a:pt x="154543" y="86127"/>
                  <a:pt x="151818" y="86127"/>
                </a:cubicBezTo>
                <a:cubicBezTo>
                  <a:pt x="149093" y="86127"/>
                  <a:pt x="146898" y="87069"/>
                  <a:pt x="145216" y="88953"/>
                </a:cubicBezTo>
                <a:cubicBezTo>
                  <a:pt x="143332" y="90626"/>
                  <a:pt x="142390" y="92830"/>
                  <a:pt x="142390" y="95555"/>
                </a:cubicBezTo>
                <a:lnTo>
                  <a:pt x="142390" y="156216"/>
                </a:lnTo>
                <a:cubicBezTo>
                  <a:pt x="142390" y="158941"/>
                  <a:pt x="143332" y="161145"/>
                  <a:pt x="145216" y="162818"/>
                </a:cubicBezTo>
                <a:cubicBezTo>
                  <a:pt x="146898" y="164711"/>
                  <a:pt x="149093" y="165653"/>
                  <a:pt x="151818" y="165653"/>
                </a:cubicBezTo>
                <a:cubicBezTo>
                  <a:pt x="154543" y="165653"/>
                  <a:pt x="156847" y="164711"/>
                  <a:pt x="158731" y="162818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750" dirty="0"/>
          </a:p>
        </p:txBody>
      </p:sp>
      <p:sp>
        <p:nvSpPr>
          <p:cNvPr id="126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44795" y="264033"/>
                  <a:pt x="139665" y="261829"/>
                  <a:pt x="135478" y="257431"/>
                </a:cubicBezTo>
                <a:cubicBezTo>
                  <a:pt x="131070" y="253243"/>
                  <a:pt x="128876" y="248104"/>
                  <a:pt x="128876" y="242033"/>
                </a:cubicBezTo>
                <a:cubicBezTo>
                  <a:pt x="128876" y="235952"/>
                  <a:pt x="131070" y="230822"/>
                  <a:pt x="135478" y="226625"/>
                </a:cubicBezTo>
                <a:cubicBezTo>
                  <a:pt x="139665" y="222227"/>
                  <a:pt x="144795" y="220032"/>
                  <a:pt x="150876" y="220032"/>
                </a:cubicBezTo>
                <a:cubicBezTo>
                  <a:pt x="156957" y="220032"/>
                  <a:pt x="162196" y="222227"/>
                  <a:pt x="166595" y="226625"/>
                </a:cubicBezTo>
                <a:cubicBezTo>
                  <a:pt x="170782" y="230822"/>
                  <a:pt x="172876" y="235952"/>
                  <a:pt x="172876" y="242033"/>
                </a:cubicBezTo>
                <a:cubicBezTo>
                  <a:pt x="172876" y="248104"/>
                  <a:pt x="170682" y="253344"/>
                  <a:pt x="166274" y="257751"/>
                </a:cubicBezTo>
                <a:cubicBezTo>
                  <a:pt x="162087" y="261939"/>
                  <a:pt x="156957" y="264033"/>
                  <a:pt x="150876" y="264033"/>
                </a:cubicBezTo>
                <a:close/>
                <a:moveTo>
                  <a:pt x="150876" y="188595"/>
                </a:moveTo>
                <a:cubicBezTo>
                  <a:pt x="144795" y="188595"/>
                  <a:pt x="139665" y="186391"/>
                  <a:pt x="135478" y="181993"/>
                </a:cubicBezTo>
                <a:cubicBezTo>
                  <a:pt x="131070" y="177805"/>
                  <a:pt x="128876" y="172666"/>
                  <a:pt x="128876" y="166595"/>
                </a:cubicBezTo>
                <a:lnTo>
                  <a:pt x="128876" y="59719"/>
                </a:lnTo>
                <a:cubicBezTo>
                  <a:pt x="128876" y="53648"/>
                  <a:pt x="131070" y="48509"/>
                  <a:pt x="135478" y="44321"/>
                </a:cubicBezTo>
                <a:cubicBezTo>
                  <a:pt x="139665" y="39923"/>
                  <a:pt x="144795" y="37719"/>
                  <a:pt x="150876" y="37719"/>
                </a:cubicBezTo>
                <a:cubicBezTo>
                  <a:pt x="156957" y="37719"/>
                  <a:pt x="162196" y="39923"/>
                  <a:pt x="166595" y="44321"/>
                </a:cubicBezTo>
                <a:cubicBezTo>
                  <a:pt x="170782" y="48509"/>
                  <a:pt x="172876" y="53648"/>
                  <a:pt x="172876" y="59719"/>
                </a:cubicBezTo>
                <a:lnTo>
                  <a:pt x="172876" y="166595"/>
                </a:lnTo>
                <a:cubicBezTo>
                  <a:pt x="172876" y="172666"/>
                  <a:pt x="170682" y="177805"/>
                  <a:pt x="166274" y="181993"/>
                </a:cubicBezTo>
                <a:cubicBezTo>
                  <a:pt x="162087" y="186391"/>
                  <a:pt x="156957" y="188595"/>
                  <a:pt x="150876" y="18859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750" dirty="0"/>
          </a:p>
        </p:txBody>
      </p:sp>
      <p:sp>
        <p:nvSpPr>
          <p:cNvPr id="128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210916"/>
                </a:moveTo>
                <a:cubicBezTo>
                  <a:pt x="160413" y="209233"/>
                  <a:pt x="161245" y="207038"/>
                  <a:pt x="161245" y="204314"/>
                </a:cubicBezTo>
                <a:lnTo>
                  <a:pt x="161245" y="147730"/>
                </a:lnTo>
                <a:cubicBezTo>
                  <a:pt x="161245" y="145006"/>
                  <a:pt x="160303" y="142811"/>
                  <a:pt x="158420" y="141128"/>
                </a:cubicBezTo>
                <a:cubicBezTo>
                  <a:pt x="156746" y="139245"/>
                  <a:pt x="154543" y="138303"/>
                  <a:pt x="151818" y="138303"/>
                </a:cubicBezTo>
                <a:cubicBezTo>
                  <a:pt x="149093" y="138303"/>
                  <a:pt x="146898" y="139245"/>
                  <a:pt x="145216" y="141128"/>
                </a:cubicBezTo>
                <a:cubicBezTo>
                  <a:pt x="143332" y="142811"/>
                  <a:pt x="142390" y="145006"/>
                  <a:pt x="142390" y="147730"/>
                </a:cubicBezTo>
                <a:lnTo>
                  <a:pt x="142390" y="204314"/>
                </a:lnTo>
                <a:cubicBezTo>
                  <a:pt x="142390" y="207038"/>
                  <a:pt x="143332" y="209233"/>
                  <a:pt x="145216" y="210916"/>
                </a:cubicBezTo>
                <a:cubicBezTo>
                  <a:pt x="146898" y="212799"/>
                  <a:pt x="149093" y="213741"/>
                  <a:pt x="151818" y="213741"/>
                </a:cubicBezTo>
                <a:cubicBezTo>
                  <a:pt x="154543" y="213741"/>
                  <a:pt x="156847" y="212799"/>
                  <a:pt x="158731" y="210916"/>
                </a:cubicBezTo>
                <a:close/>
                <a:moveTo>
                  <a:pt x="158420" y="112215"/>
                </a:moveTo>
                <a:cubicBezTo>
                  <a:pt x="160303" y="110332"/>
                  <a:pt x="161245" y="107917"/>
                  <a:pt x="161245" y="104982"/>
                </a:cubicBezTo>
                <a:cubicBezTo>
                  <a:pt x="161245" y="102047"/>
                  <a:pt x="160303" y="99532"/>
                  <a:pt x="158420" y="97438"/>
                </a:cubicBezTo>
                <a:cubicBezTo>
                  <a:pt x="156326" y="95344"/>
                  <a:pt x="153811" y="94302"/>
                  <a:pt x="150876" y="94302"/>
                </a:cubicBezTo>
                <a:cubicBezTo>
                  <a:pt x="147941" y="94302"/>
                  <a:pt x="145536" y="95344"/>
                  <a:pt x="143643" y="97438"/>
                </a:cubicBezTo>
                <a:cubicBezTo>
                  <a:pt x="141549" y="99532"/>
                  <a:pt x="140507" y="102047"/>
                  <a:pt x="140507" y="104982"/>
                </a:cubicBezTo>
                <a:cubicBezTo>
                  <a:pt x="140507" y="107917"/>
                  <a:pt x="141449" y="110332"/>
                  <a:pt x="143332" y="112215"/>
                </a:cubicBezTo>
                <a:cubicBezTo>
                  <a:pt x="145426" y="114099"/>
                  <a:pt x="147941" y="115041"/>
                  <a:pt x="150876" y="115041"/>
                </a:cubicBezTo>
                <a:cubicBezTo>
                  <a:pt x="153811" y="115041"/>
                  <a:pt x="156326" y="114099"/>
                  <a:pt x="158420" y="112215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750" dirty="0"/>
          </a:p>
        </p:txBody>
      </p:sp>
      <p:sp>
        <p:nvSpPr>
          <p:cNvPr id="130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  <a:moveTo>
                  <a:pt x="151818" y="94302"/>
                </a:moveTo>
                <a:cubicBezTo>
                  <a:pt x="158109" y="94302"/>
                  <a:pt x="163659" y="96286"/>
                  <a:pt x="168478" y="100273"/>
                </a:cubicBezTo>
                <a:cubicBezTo>
                  <a:pt x="173297" y="104040"/>
                  <a:pt x="175711" y="108969"/>
                  <a:pt x="175711" y="115041"/>
                </a:cubicBezTo>
                <a:cubicBezTo>
                  <a:pt x="175711" y="120490"/>
                  <a:pt x="174029" y="125209"/>
                  <a:pt x="170682" y="129186"/>
                </a:cubicBezTo>
                <a:cubicBezTo>
                  <a:pt x="167536" y="133374"/>
                  <a:pt x="163870" y="137251"/>
                  <a:pt x="159682" y="140818"/>
                </a:cubicBezTo>
                <a:cubicBezTo>
                  <a:pt x="154854" y="144795"/>
                  <a:pt x="150666" y="149203"/>
                  <a:pt x="147109" y="154022"/>
                </a:cubicBezTo>
                <a:cubicBezTo>
                  <a:pt x="143543" y="159051"/>
                  <a:pt x="141759" y="164601"/>
                  <a:pt x="141759" y="170682"/>
                </a:cubicBezTo>
                <a:cubicBezTo>
                  <a:pt x="141759" y="172986"/>
                  <a:pt x="142601" y="174870"/>
                  <a:pt x="144274" y="176333"/>
                </a:cubicBezTo>
                <a:cubicBezTo>
                  <a:pt x="146158" y="177595"/>
                  <a:pt x="148261" y="178226"/>
                  <a:pt x="150565" y="178226"/>
                </a:cubicBezTo>
                <a:cubicBezTo>
                  <a:pt x="153080" y="178226"/>
                  <a:pt x="155174" y="177384"/>
                  <a:pt x="156847" y="175711"/>
                </a:cubicBezTo>
                <a:cubicBezTo>
                  <a:pt x="158520" y="174029"/>
                  <a:pt x="159572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892" y="150666"/>
                  <a:pt x="174449" y="147730"/>
                </a:cubicBezTo>
                <a:cubicBezTo>
                  <a:pt x="179689" y="143543"/>
                  <a:pt x="183986" y="138614"/>
                  <a:pt x="187342" y="132963"/>
                </a:cubicBezTo>
                <a:cubicBezTo>
                  <a:pt x="190689" y="127303"/>
                  <a:pt x="192371" y="121121"/>
                  <a:pt x="192371" y="114419"/>
                </a:cubicBezTo>
                <a:cubicBezTo>
                  <a:pt x="192371" y="103940"/>
                  <a:pt x="188494" y="95244"/>
                  <a:pt x="180740" y="88322"/>
                </a:cubicBezTo>
                <a:cubicBezTo>
                  <a:pt x="172776" y="81199"/>
                  <a:pt x="163449" y="77642"/>
                  <a:pt x="152760" y="77642"/>
                </a:cubicBezTo>
                <a:cubicBezTo>
                  <a:pt x="145216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2005" y="100584"/>
                  <a:pt x="112215" y="103099"/>
                </a:cubicBezTo>
                <a:cubicBezTo>
                  <a:pt x="112215" y="105403"/>
                  <a:pt x="113157" y="107287"/>
                  <a:pt x="115041" y="108759"/>
                </a:cubicBezTo>
                <a:cubicBezTo>
                  <a:pt x="117345" y="110432"/>
                  <a:pt x="119860" y="110953"/>
                  <a:pt x="122584" y="110332"/>
                </a:cubicBezTo>
                <a:cubicBezTo>
                  <a:pt x="125099" y="109701"/>
                  <a:pt x="127193" y="108228"/>
                  <a:pt x="128876" y="105924"/>
                </a:cubicBezTo>
                <a:cubicBezTo>
                  <a:pt x="131600" y="102157"/>
                  <a:pt x="134947" y="99331"/>
                  <a:pt x="138934" y="97438"/>
                </a:cubicBezTo>
                <a:cubicBezTo>
                  <a:pt x="142912" y="95344"/>
                  <a:pt x="147209" y="94302"/>
                  <a:pt x="151818" y="9430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750" dirty="0"/>
          </a:p>
        </p:txBody>
      </p:sp>
      <p:sp>
        <p:nvSpPr>
          <p:cNvPr id="132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924" y="161876"/>
                </a:moveTo>
                <a:cubicBezTo>
                  <a:pt x="97859" y="158941"/>
                  <a:pt x="99331" y="155274"/>
                  <a:pt x="99331" y="150876"/>
                </a:cubicBezTo>
                <a:cubicBezTo>
                  <a:pt x="99331" y="146478"/>
                  <a:pt x="97759" y="142811"/>
                  <a:pt x="94613" y="139876"/>
                </a:cubicBezTo>
                <a:cubicBezTo>
                  <a:pt x="91678" y="136730"/>
                  <a:pt x="88011" y="135157"/>
                  <a:pt x="83613" y="135157"/>
                </a:cubicBezTo>
                <a:cubicBezTo>
                  <a:pt x="79214" y="135157"/>
                  <a:pt x="75539" y="136730"/>
                  <a:pt x="72613" y="139876"/>
                </a:cubicBezTo>
                <a:cubicBezTo>
                  <a:pt x="69467" y="142811"/>
                  <a:pt x="67894" y="146478"/>
                  <a:pt x="67894" y="150876"/>
                </a:cubicBezTo>
                <a:cubicBezTo>
                  <a:pt x="67894" y="155274"/>
                  <a:pt x="69467" y="159051"/>
                  <a:pt x="72613" y="162196"/>
                </a:cubicBezTo>
                <a:cubicBezTo>
                  <a:pt x="75539" y="165122"/>
                  <a:pt x="79214" y="166595"/>
                  <a:pt x="83613" y="166595"/>
                </a:cubicBezTo>
                <a:cubicBezTo>
                  <a:pt x="88011" y="166595"/>
                  <a:pt x="91787" y="165022"/>
                  <a:pt x="94924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9139" y="161876"/>
                </a:moveTo>
                <a:cubicBezTo>
                  <a:pt x="232075" y="158941"/>
                  <a:pt x="233547" y="155274"/>
                  <a:pt x="233547" y="150876"/>
                </a:cubicBezTo>
                <a:cubicBezTo>
                  <a:pt x="233547" y="146478"/>
                  <a:pt x="231974" y="142811"/>
                  <a:pt x="228829" y="139876"/>
                </a:cubicBezTo>
                <a:cubicBezTo>
                  <a:pt x="225893" y="136730"/>
                  <a:pt x="222227" y="135157"/>
                  <a:pt x="217828" y="135157"/>
                </a:cubicBezTo>
                <a:cubicBezTo>
                  <a:pt x="213430" y="135157"/>
                  <a:pt x="209763" y="136730"/>
                  <a:pt x="206828" y="139876"/>
                </a:cubicBezTo>
                <a:cubicBezTo>
                  <a:pt x="203683" y="142811"/>
                  <a:pt x="202110" y="146478"/>
                  <a:pt x="202110" y="150876"/>
                </a:cubicBezTo>
                <a:cubicBezTo>
                  <a:pt x="202110" y="155274"/>
                  <a:pt x="203683" y="159051"/>
                  <a:pt x="206828" y="162196"/>
                </a:cubicBezTo>
                <a:cubicBezTo>
                  <a:pt x="209763" y="165122"/>
                  <a:pt x="213430" y="166595"/>
                  <a:pt x="217828" y="166595"/>
                </a:cubicBezTo>
                <a:cubicBezTo>
                  <a:pt x="222227" y="166595"/>
                  <a:pt x="226003" y="165022"/>
                  <a:pt x="229139" y="161876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750" dirty="0"/>
          </a:p>
        </p:txBody>
      </p:sp>
      <p:sp>
        <p:nvSpPr>
          <p:cNvPr id="134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58"/>
                  <a:pt x="189226" y="179798"/>
                </a:cubicBezTo>
                <a:cubicBezTo>
                  <a:pt x="178747" y="169319"/>
                  <a:pt x="165964" y="164080"/>
                  <a:pt x="150876" y="164080"/>
                </a:cubicBezTo>
                <a:cubicBezTo>
                  <a:pt x="135788" y="164080"/>
                  <a:pt x="123005" y="169319"/>
                  <a:pt x="112526" y="179798"/>
                </a:cubicBezTo>
                <a:cubicBezTo>
                  <a:pt x="102047" y="190058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800" y="275765"/>
                  <a:pt x="53117" y="274091"/>
                </a:cubicBezTo>
                <a:cubicBezTo>
                  <a:pt x="51234" y="272208"/>
                  <a:pt x="50292" y="269903"/>
                  <a:pt x="50292" y="267179"/>
                </a:cubicBezTo>
                <a:cubicBezTo>
                  <a:pt x="50292" y="264454"/>
                  <a:pt x="51234" y="262250"/>
                  <a:pt x="53117" y="260577"/>
                </a:cubicBezTo>
                <a:cubicBezTo>
                  <a:pt x="54800" y="258693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800" y="43169"/>
                  <a:pt x="53117" y="41495"/>
                </a:cubicBezTo>
                <a:cubicBezTo>
                  <a:pt x="51234" y="39603"/>
                  <a:pt x="50292" y="37298"/>
                  <a:pt x="50292" y="34573"/>
                </a:cubicBezTo>
                <a:cubicBezTo>
                  <a:pt x="50292" y="31849"/>
                  <a:pt x="51234" y="29654"/>
                  <a:pt x="53117" y="27971"/>
                </a:cubicBezTo>
                <a:cubicBezTo>
                  <a:pt x="54800" y="26088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62" y="26088"/>
                  <a:pt x="248945" y="27971"/>
                </a:cubicBezTo>
                <a:cubicBezTo>
                  <a:pt x="250619" y="29654"/>
                  <a:pt x="251460" y="31849"/>
                  <a:pt x="251460" y="34573"/>
                </a:cubicBezTo>
                <a:cubicBezTo>
                  <a:pt x="251460" y="37298"/>
                  <a:pt x="250619" y="39603"/>
                  <a:pt x="248945" y="41495"/>
                </a:cubicBezTo>
                <a:cubicBezTo>
                  <a:pt x="247062" y="43169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62" y="258693"/>
                  <a:pt x="248945" y="260577"/>
                </a:cubicBezTo>
                <a:cubicBezTo>
                  <a:pt x="250619" y="262250"/>
                  <a:pt x="251460" y="264454"/>
                  <a:pt x="251460" y="267179"/>
                </a:cubicBezTo>
                <a:cubicBezTo>
                  <a:pt x="251460" y="269903"/>
                  <a:pt x="250619" y="272208"/>
                  <a:pt x="248945" y="274091"/>
                </a:cubicBezTo>
                <a:cubicBezTo>
                  <a:pt x="247062" y="275765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750" dirty="0"/>
          </a:p>
        </p:txBody>
      </p:sp>
      <p:sp>
        <p:nvSpPr>
          <p:cNvPr id="136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6995" y="238887"/>
                  <a:pt x="54800" y="237945"/>
                  <a:pt x="53117" y="236062"/>
                </a:cubicBezTo>
                <a:cubicBezTo>
                  <a:pt x="51234" y="234379"/>
                  <a:pt x="50292" y="232184"/>
                  <a:pt x="50292" y="229460"/>
                </a:cubicBezTo>
                <a:cubicBezTo>
                  <a:pt x="50292" y="226735"/>
                  <a:pt x="51234" y="224531"/>
                  <a:pt x="53117" y="222858"/>
                </a:cubicBezTo>
                <a:cubicBezTo>
                  <a:pt x="54800" y="220974"/>
                  <a:pt x="56995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78" y="91157"/>
                  <a:pt x="91157" y="77322"/>
                </a:cubicBezTo>
                <a:cubicBezTo>
                  <a:pt x="101425" y="63286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905" y="34363"/>
                  <a:pt x="137672" y="30806"/>
                </a:cubicBezTo>
                <a:cubicBezTo>
                  <a:pt x="141238" y="27030"/>
                  <a:pt x="145636" y="25146"/>
                  <a:pt x="150876" y="25146"/>
                </a:cubicBezTo>
                <a:cubicBezTo>
                  <a:pt x="156116" y="25146"/>
                  <a:pt x="160624" y="27030"/>
                  <a:pt x="164391" y="30806"/>
                </a:cubicBezTo>
                <a:cubicBezTo>
                  <a:pt x="167957" y="34363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436" y="63286"/>
                  <a:pt x="210916" y="77322"/>
                </a:cubicBezTo>
                <a:cubicBezTo>
                  <a:pt x="221184" y="91157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57" y="220032"/>
                  <a:pt x="246952" y="220974"/>
                  <a:pt x="248635" y="222858"/>
                </a:cubicBezTo>
                <a:cubicBezTo>
                  <a:pt x="250518" y="224531"/>
                  <a:pt x="251460" y="226735"/>
                  <a:pt x="251460" y="229460"/>
                </a:cubicBezTo>
                <a:cubicBezTo>
                  <a:pt x="251460" y="232184"/>
                  <a:pt x="250518" y="234489"/>
                  <a:pt x="248635" y="236372"/>
                </a:cubicBezTo>
                <a:cubicBezTo>
                  <a:pt x="246952" y="238046"/>
                  <a:pt x="244757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93" y="274192"/>
                  <a:pt x="133274" y="269373"/>
                </a:cubicBezTo>
                <a:cubicBezTo>
                  <a:pt x="128245" y="264344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608" y="264344"/>
                  <a:pt x="168789" y="269373"/>
                </a:cubicBezTo>
                <a:cubicBezTo>
                  <a:pt x="163760" y="274192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2009" y="95454"/>
                  <a:pt x="191110" y="84555"/>
                </a:cubicBezTo>
                <a:cubicBezTo>
                  <a:pt x="180000" y="73445"/>
                  <a:pt x="166595" y="67894"/>
                  <a:pt x="150876" y="67894"/>
                </a:cubicBezTo>
                <a:cubicBezTo>
                  <a:pt x="135157" y="67894"/>
                  <a:pt x="121853" y="73445"/>
                  <a:pt x="110953" y="84555"/>
                </a:cubicBezTo>
                <a:cubicBezTo>
                  <a:pt x="99852" y="95454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750" dirty="0"/>
          </a:p>
        </p:txBody>
      </p:sp>
      <p:sp>
        <p:nvSpPr>
          <p:cNvPr id="138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413" y="88432"/>
                  <a:pt x="158731" y="86758"/>
                </a:cubicBezTo>
                <a:cubicBezTo>
                  <a:pt x="156847" y="84865"/>
                  <a:pt x="154543" y="83924"/>
                  <a:pt x="151818" y="83924"/>
                </a:cubicBezTo>
                <a:cubicBezTo>
                  <a:pt x="149093" y="83924"/>
                  <a:pt x="146898" y="84865"/>
                  <a:pt x="145216" y="86758"/>
                </a:cubicBezTo>
                <a:cubicBezTo>
                  <a:pt x="143332" y="88432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65" y="207459"/>
                  <a:pt x="197401" y="207459"/>
                </a:cubicBezTo>
                <a:cubicBezTo>
                  <a:pt x="200116" y="207249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694"/>
                  <a:pt x="28502" y="117455"/>
                  <a:pt x="35204" y="102157"/>
                </a:cubicBezTo>
                <a:cubicBezTo>
                  <a:pt x="41697" y="86859"/>
                  <a:pt x="50713" y="73554"/>
                  <a:pt x="62234" y="62234"/>
                </a:cubicBezTo>
                <a:cubicBezTo>
                  <a:pt x="73554" y="5071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058" y="25146"/>
                  <a:pt x="184297" y="28502"/>
                  <a:pt x="199595" y="35204"/>
                </a:cubicBezTo>
                <a:cubicBezTo>
                  <a:pt x="214893" y="41697"/>
                  <a:pt x="228307" y="50713"/>
                  <a:pt x="239829" y="62234"/>
                </a:cubicBezTo>
                <a:cubicBezTo>
                  <a:pt x="251149" y="73554"/>
                  <a:pt x="260156" y="86859"/>
                  <a:pt x="266858" y="102157"/>
                </a:cubicBezTo>
                <a:cubicBezTo>
                  <a:pt x="273360" y="117455"/>
                  <a:pt x="276606" y="13369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307" y="251149"/>
                  <a:pt x="214893" y="260156"/>
                  <a:pt x="199595" y="266858"/>
                </a:cubicBezTo>
                <a:cubicBezTo>
                  <a:pt x="184297" y="273360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750" dirty="0"/>
          </a:p>
        </p:txBody>
      </p:sp>
      <p:sp>
        <p:nvSpPr>
          <p:cNvPr id="140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65" y="30596"/>
                  <a:pt x="115982" y="28922"/>
                </a:cubicBezTo>
                <a:cubicBezTo>
                  <a:pt x="114099" y="27030"/>
                  <a:pt x="113157" y="24725"/>
                  <a:pt x="113157" y="22000"/>
                </a:cubicBezTo>
                <a:cubicBezTo>
                  <a:pt x="113157" y="19276"/>
                  <a:pt x="114099" y="17081"/>
                  <a:pt x="115982" y="15398"/>
                </a:cubicBezTo>
                <a:cubicBezTo>
                  <a:pt x="117665" y="13515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97" y="13515"/>
                  <a:pt x="186080" y="15398"/>
                </a:cubicBezTo>
                <a:cubicBezTo>
                  <a:pt x="187754" y="17081"/>
                  <a:pt x="188595" y="19276"/>
                  <a:pt x="188595" y="22000"/>
                </a:cubicBezTo>
                <a:cubicBezTo>
                  <a:pt x="188595" y="24725"/>
                  <a:pt x="187754" y="27030"/>
                  <a:pt x="186080" y="28922"/>
                </a:cubicBezTo>
                <a:cubicBezTo>
                  <a:pt x="184197" y="30596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789" y="169420"/>
                </a:moveTo>
                <a:cubicBezTo>
                  <a:pt x="159471" y="167536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71" y="104150"/>
                  <a:pt x="157789" y="102468"/>
                </a:cubicBezTo>
                <a:cubicBezTo>
                  <a:pt x="155905" y="100584"/>
                  <a:pt x="153601" y="99642"/>
                  <a:pt x="150876" y="99642"/>
                </a:cubicBezTo>
                <a:cubicBezTo>
                  <a:pt x="148151" y="99642"/>
                  <a:pt x="145947" y="100584"/>
                  <a:pt x="144274" y="102468"/>
                </a:cubicBezTo>
                <a:cubicBezTo>
                  <a:pt x="142390" y="104150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90" y="167536"/>
                  <a:pt x="144274" y="169420"/>
                </a:cubicBezTo>
                <a:cubicBezTo>
                  <a:pt x="145947" y="171093"/>
                  <a:pt x="148151" y="171935"/>
                  <a:pt x="150876" y="171935"/>
                </a:cubicBezTo>
                <a:cubicBezTo>
                  <a:pt x="153601" y="171935"/>
                  <a:pt x="155905" y="171093"/>
                  <a:pt x="157789" y="169420"/>
                </a:cubicBezTo>
                <a:close/>
                <a:moveTo>
                  <a:pt x="107186" y="267489"/>
                </a:moveTo>
                <a:cubicBezTo>
                  <a:pt x="93351" y="261418"/>
                  <a:pt x="81308" y="253243"/>
                  <a:pt x="71040" y="242974"/>
                </a:cubicBezTo>
                <a:cubicBezTo>
                  <a:pt x="60771" y="232706"/>
                  <a:pt x="52706" y="220764"/>
                  <a:pt x="46836" y="207139"/>
                </a:cubicBezTo>
                <a:cubicBezTo>
                  <a:pt x="40755" y="193313"/>
                  <a:pt x="37719" y="178637"/>
                  <a:pt x="37719" y="163138"/>
                </a:cubicBezTo>
                <a:cubicBezTo>
                  <a:pt x="37719" y="147630"/>
                  <a:pt x="40755" y="133063"/>
                  <a:pt x="46836" y="119448"/>
                </a:cubicBezTo>
                <a:cubicBezTo>
                  <a:pt x="52706" y="105613"/>
                  <a:pt x="60771" y="93561"/>
                  <a:pt x="71040" y="83293"/>
                </a:cubicBezTo>
                <a:cubicBezTo>
                  <a:pt x="81308" y="73024"/>
                  <a:pt x="93351" y="64959"/>
                  <a:pt x="107186" y="59098"/>
                </a:cubicBezTo>
                <a:cubicBezTo>
                  <a:pt x="120801" y="53017"/>
                  <a:pt x="135368" y="49981"/>
                  <a:pt x="150876" y="49981"/>
                </a:cubicBezTo>
                <a:cubicBezTo>
                  <a:pt x="164912" y="49981"/>
                  <a:pt x="178116" y="52386"/>
                  <a:pt x="190479" y="57205"/>
                </a:cubicBezTo>
                <a:cubicBezTo>
                  <a:pt x="202841" y="61813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728" y="108439"/>
                  <a:pt x="256178" y="120390"/>
                </a:cubicBezTo>
                <a:cubicBezTo>
                  <a:pt x="261418" y="132332"/>
                  <a:pt x="264033" y="146578"/>
                  <a:pt x="264033" y="163138"/>
                </a:cubicBezTo>
                <a:cubicBezTo>
                  <a:pt x="264033" y="178637"/>
                  <a:pt x="261098" y="193313"/>
                  <a:pt x="255236" y="207139"/>
                </a:cubicBezTo>
                <a:cubicBezTo>
                  <a:pt x="249156" y="220764"/>
                  <a:pt x="240981" y="232706"/>
                  <a:pt x="230712" y="242974"/>
                </a:cubicBezTo>
                <a:cubicBezTo>
                  <a:pt x="220444" y="253243"/>
                  <a:pt x="208501" y="261418"/>
                  <a:pt x="194886" y="267489"/>
                </a:cubicBezTo>
                <a:cubicBezTo>
                  <a:pt x="181051" y="273360"/>
                  <a:pt x="166384" y="276295"/>
                  <a:pt x="150876" y="276295"/>
                </a:cubicBezTo>
                <a:cubicBezTo>
                  <a:pt x="135368" y="276295"/>
                  <a:pt x="120801" y="273360"/>
                  <a:pt x="107186" y="267489"/>
                </a:cubicBezTo>
                <a:close/>
                <a:moveTo>
                  <a:pt x="217828" y="230090"/>
                </a:moveTo>
                <a:cubicBezTo>
                  <a:pt x="236062" y="211647"/>
                  <a:pt x="245178" y="189327"/>
                  <a:pt x="245178" y="163138"/>
                </a:cubicBezTo>
                <a:cubicBezTo>
                  <a:pt x="245178" y="136941"/>
                  <a:pt x="236062" y="114730"/>
                  <a:pt x="217828" y="96497"/>
                </a:cubicBezTo>
                <a:cubicBezTo>
                  <a:pt x="199385" y="78053"/>
                  <a:pt x="177074" y="68836"/>
                  <a:pt x="150876" y="68836"/>
                </a:cubicBezTo>
                <a:cubicBezTo>
                  <a:pt x="124678" y="68836"/>
                  <a:pt x="102468" y="78053"/>
                  <a:pt x="84244" y="96497"/>
                </a:cubicBezTo>
                <a:cubicBezTo>
                  <a:pt x="65800" y="114730"/>
                  <a:pt x="56583" y="136941"/>
                  <a:pt x="56583" y="163138"/>
                </a:cubicBezTo>
                <a:cubicBezTo>
                  <a:pt x="56583" y="189327"/>
                  <a:pt x="65800" y="211647"/>
                  <a:pt x="84244" y="230090"/>
                </a:cubicBezTo>
                <a:cubicBezTo>
                  <a:pt x="102468" y="248314"/>
                  <a:pt x="124678" y="257431"/>
                  <a:pt x="150876" y="257431"/>
                </a:cubicBezTo>
                <a:cubicBezTo>
                  <a:pt x="177074" y="257431"/>
                  <a:pt x="199385" y="248314"/>
                  <a:pt x="217828" y="230090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750" dirty="0"/>
          </a:p>
        </p:txBody>
      </p:sp>
      <p:sp>
        <p:nvSpPr>
          <p:cNvPr id="142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84" y="174870"/>
                  <a:pt x="142079" y="172566"/>
                </a:cubicBezTo>
                <a:cubicBezTo>
                  <a:pt x="139565" y="170051"/>
                  <a:pt x="138303" y="167015"/>
                  <a:pt x="138303" y="163449"/>
                </a:cubicBezTo>
                <a:cubicBezTo>
                  <a:pt x="138303" y="159883"/>
                  <a:pt x="139565" y="156957"/>
                  <a:pt x="142079" y="154652"/>
                </a:cubicBezTo>
                <a:cubicBezTo>
                  <a:pt x="144384" y="152138"/>
                  <a:pt x="147310" y="150876"/>
                  <a:pt x="150876" y="150876"/>
                </a:cubicBezTo>
                <a:cubicBezTo>
                  <a:pt x="154442" y="150876"/>
                  <a:pt x="157478" y="152138"/>
                  <a:pt x="159993" y="154652"/>
                </a:cubicBezTo>
                <a:cubicBezTo>
                  <a:pt x="162297" y="156957"/>
                  <a:pt x="163449" y="159883"/>
                  <a:pt x="163449" y="163449"/>
                </a:cubicBezTo>
                <a:cubicBezTo>
                  <a:pt x="163449" y="167015"/>
                  <a:pt x="162297" y="170051"/>
                  <a:pt x="159993" y="172566"/>
                </a:cubicBezTo>
                <a:cubicBezTo>
                  <a:pt x="157478" y="174870"/>
                  <a:pt x="154442" y="176022"/>
                  <a:pt x="150876" y="176022"/>
                </a:cubicBezTo>
                <a:close/>
                <a:moveTo>
                  <a:pt x="91787" y="172566"/>
                </a:moveTo>
                <a:cubicBezTo>
                  <a:pt x="89273" y="170051"/>
                  <a:pt x="88011" y="167015"/>
                  <a:pt x="88011" y="163449"/>
                </a:cubicBezTo>
                <a:cubicBezTo>
                  <a:pt x="88011" y="159883"/>
                  <a:pt x="89273" y="156957"/>
                  <a:pt x="91787" y="154652"/>
                </a:cubicBezTo>
                <a:cubicBezTo>
                  <a:pt x="94092" y="152138"/>
                  <a:pt x="97018" y="150876"/>
                  <a:pt x="100584" y="150876"/>
                </a:cubicBezTo>
                <a:cubicBezTo>
                  <a:pt x="104150" y="150876"/>
                  <a:pt x="107186" y="152138"/>
                  <a:pt x="109701" y="154652"/>
                </a:cubicBezTo>
                <a:cubicBezTo>
                  <a:pt x="112005" y="156957"/>
                  <a:pt x="113157" y="159883"/>
                  <a:pt x="113157" y="163449"/>
                </a:cubicBezTo>
                <a:cubicBezTo>
                  <a:pt x="113157" y="167015"/>
                  <a:pt x="112005" y="170051"/>
                  <a:pt x="109701" y="172566"/>
                </a:cubicBezTo>
                <a:cubicBezTo>
                  <a:pt x="107186" y="174870"/>
                  <a:pt x="104150" y="176022"/>
                  <a:pt x="100584" y="176022"/>
                </a:cubicBezTo>
                <a:cubicBezTo>
                  <a:pt x="97018" y="176022"/>
                  <a:pt x="94092" y="174870"/>
                  <a:pt x="91787" y="172566"/>
                </a:cubicBezTo>
                <a:close/>
                <a:moveTo>
                  <a:pt x="201168" y="176022"/>
                </a:moveTo>
                <a:cubicBezTo>
                  <a:pt x="197602" y="176022"/>
                  <a:pt x="194676" y="174870"/>
                  <a:pt x="192371" y="172566"/>
                </a:cubicBezTo>
                <a:cubicBezTo>
                  <a:pt x="189857" y="170051"/>
                  <a:pt x="188595" y="167015"/>
                  <a:pt x="188595" y="163449"/>
                </a:cubicBezTo>
                <a:cubicBezTo>
                  <a:pt x="188595" y="159883"/>
                  <a:pt x="189857" y="156957"/>
                  <a:pt x="192371" y="154652"/>
                </a:cubicBezTo>
                <a:cubicBezTo>
                  <a:pt x="194676" y="152138"/>
                  <a:pt x="197602" y="150876"/>
                  <a:pt x="201168" y="150876"/>
                </a:cubicBezTo>
                <a:cubicBezTo>
                  <a:pt x="204734" y="150876"/>
                  <a:pt x="207770" y="152138"/>
                  <a:pt x="210285" y="154652"/>
                </a:cubicBezTo>
                <a:cubicBezTo>
                  <a:pt x="212589" y="156957"/>
                  <a:pt x="213741" y="159883"/>
                  <a:pt x="213741" y="163449"/>
                </a:cubicBezTo>
                <a:cubicBezTo>
                  <a:pt x="213741" y="167015"/>
                  <a:pt x="212589" y="170051"/>
                  <a:pt x="210285" y="172566"/>
                </a:cubicBezTo>
                <a:cubicBezTo>
                  <a:pt x="207770" y="174870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84" y="225162"/>
                  <a:pt x="142079" y="222858"/>
                </a:cubicBezTo>
                <a:cubicBezTo>
                  <a:pt x="139565" y="220343"/>
                  <a:pt x="138303" y="217307"/>
                  <a:pt x="138303" y="213741"/>
                </a:cubicBezTo>
                <a:cubicBezTo>
                  <a:pt x="138303" y="210175"/>
                  <a:pt x="139565" y="207249"/>
                  <a:pt x="142079" y="204944"/>
                </a:cubicBezTo>
                <a:cubicBezTo>
                  <a:pt x="144384" y="202430"/>
                  <a:pt x="147310" y="201168"/>
                  <a:pt x="150876" y="201168"/>
                </a:cubicBezTo>
                <a:cubicBezTo>
                  <a:pt x="154442" y="201168"/>
                  <a:pt x="157478" y="202430"/>
                  <a:pt x="159993" y="204944"/>
                </a:cubicBezTo>
                <a:cubicBezTo>
                  <a:pt x="162297" y="207249"/>
                  <a:pt x="163449" y="210175"/>
                  <a:pt x="163449" y="213741"/>
                </a:cubicBezTo>
                <a:cubicBezTo>
                  <a:pt x="163449" y="217307"/>
                  <a:pt x="162297" y="220343"/>
                  <a:pt x="159993" y="222858"/>
                </a:cubicBezTo>
                <a:cubicBezTo>
                  <a:pt x="157478" y="225162"/>
                  <a:pt x="154442" y="226314"/>
                  <a:pt x="150876" y="226314"/>
                </a:cubicBezTo>
                <a:close/>
                <a:moveTo>
                  <a:pt x="91787" y="222858"/>
                </a:moveTo>
                <a:cubicBezTo>
                  <a:pt x="89273" y="220343"/>
                  <a:pt x="88011" y="217307"/>
                  <a:pt x="88011" y="213741"/>
                </a:cubicBezTo>
                <a:cubicBezTo>
                  <a:pt x="88011" y="210175"/>
                  <a:pt x="89273" y="207249"/>
                  <a:pt x="91787" y="204944"/>
                </a:cubicBezTo>
                <a:cubicBezTo>
                  <a:pt x="94092" y="202430"/>
                  <a:pt x="97018" y="201168"/>
                  <a:pt x="100584" y="201168"/>
                </a:cubicBezTo>
                <a:cubicBezTo>
                  <a:pt x="104150" y="201168"/>
                  <a:pt x="107186" y="202430"/>
                  <a:pt x="109701" y="204944"/>
                </a:cubicBezTo>
                <a:cubicBezTo>
                  <a:pt x="112005" y="207249"/>
                  <a:pt x="113157" y="210175"/>
                  <a:pt x="113157" y="213741"/>
                </a:cubicBezTo>
                <a:cubicBezTo>
                  <a:pt x="113157" y="217307"/>
                  <a:pt x="112005" y="220343"/>
                  <a:pt x="109701" y="222858"/>
                </a:cubicBezTo>
                <a:cubicBezTo>
                  <a:pt x="107186" y="225162"/>
                  <a:pt x="104150" y="226314"/>
                  <a:pt x="100584" y="226314"/>
                </a:cubicBezTo>
                <a:cubicBezTo>
                  <a:pt x="97018" y="226314"/>
                  <a:pt x="94092" y="225162"/>
                  <a:pt x="91787" y="222858"/>
                </a:cubicBezTo>
                <a:close/>
                <a:moveTo>
                  <a:pt x="201168" y="226314"/>
                </a:moveTo>
                <a:cubicBezTo>
                  <a:pt x="197602" y="226314"/>
                  <a:pt x="194676" y="225162"/>
                  <a:pt x="192371" y="222858"/>
                </a:cubicBezTo>
                <a:cubicBezTo>
                  <a:pt x="189857" y="220343"/>
                  <a:pt x="188595" y="217307"/>
                  <a:pt x="188595" y="213741"/>
                </a:cubicBezTo>
                <a:cubicBezTo>
                  <a:pt x="188595" y="210175"/>
                  <a:pt x="189857" y="207249"/>
                  <a:pt x="192371" y="204944"/>
                </a:cubicBezTo>
                <a:cubicBezTo>
                  <a:pt x="194676" y="202430"/>
                  <a:pt x="197602" y="201168"/>
                  <a:pt x="201168" y="201168"/>
                </a:cubicBezTo>
                <a:cubicBezTo>
                  <a:pt x="204734" y="201168"/>
                  <a:pt x="207770" y="202430"/>
                  <a:pt x="210285" y="204944"/>
                </a:cubicBezTo>
                <a:cubicBezTo>
                  <a:pt x="212589" y="207249"/>
                  <a:pt x="213741" y="210175"/>
                  <a:pt x="213741" y="213741"/>
                </a:cubicBezTo>
                <a:cubicBezTo>
                  <a:pt x="213741" y="217307"/>
                  <a:pt x="212589" y="220343"/>
                  <a:pt x="210285" y="222858"/>
                </a:cubicBezTo>
                <a:cubicBezTo>
                  <a:pt x="207770" y="225162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750" dirty="0"/>
          </a:p>
        </p:txBody>
      </p:sp>
      <p:sp>
        <p:nvSpPr>
          <p:cNvPr id="144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750" dirty="0"/>
          </a:p>
        </p:txBody>
      </p:sp>
      <p:sp>
        <p:nvSpPr>
          <p:cNvPr id="146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413"/>
                  <a:pt x="193935" y="149623"/>
                </a:cubicBezTo>
                <a:cubicBezTo>
                  <a:pt x="196450" y="149623"/>
                  <a:pt x="198653" y="150565"/>
                  <a:pt x="200537" y="152449"/>
                </a:cubicBezTo>
                <a:cubicBezTo>
                  <a:pt x="202430" y="154332"/>
                  <a:pt x="203372" y="156536"/>
                  <a:pt x="203372" y="159051"/>
                </a:cubicBezTo>
                <a:cubicBezTo>
                  <a:pt x="203372" y="161565"/>
                  <a:pt x="202430" y="163760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741"/>
                  <a:pt x="96497" y="189537"/>
                  <a:pt x="96497" y="187022"/>
                </a:cubicBezTo>
                <a:cubicBezTo>
                  <a:pt x="96497" y="184508"/>
                  <a:pt x="97438" y="182313"/>
                  <a:pt x="99331" y="180420"/>
                </a:cubicBezTo>
                <a:cubicBezTo>
                  <a:pt x="101215" y="178537"/>
                  <a:pt x="103409" y="177695"/>
                  <a:pt x="105924" y="177906"/>
                </a:cubicBezTo>
                <a:cubicBezTo>
                  <a:pt x="108439" y="177906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750" dirty="0"/>
          </a:p>
        </p:txBody>
      </p:sp>
      <p:sp>
        <p:nvSpPr>
          <p:cNvPr id="148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76" y="223168"/>
                  <a:pt x="196980" y="222227"/>
                  <a:pt x="198653" y="220343"/>
                </a:cubicBezTo>
                <a:cubicBezTo>
                  <a:pt x="200537" y="218670"/>
                  <a:pt x="201479" y="216466"/>
                  <a:pt x="201479" y="213741"/>
                </a:cubicBezTo>
                <a:cubicBezTo>
                  <a:pt x="201479" y="211016"/>
                  <a:pt x="200537" y="208812"/>
                  <a:pt x="198653" y="207139"/>
                </a:cubicBezTo>
                <a:cubicBezTo>
                  <a:pt x="196980" y="205255"/>
                  <a:pt x="194776" y="204314"/>
                  <a:pt x="192051" y="204314"/>
                </a:cubicBezTo>
                <a:lnTo>
                  <a:pt x="109701" y="204314"/>
                </a:lnTo>
                <a:cubicBezTo>
                  <a:pt x="106976" y="204314"/>
                  <a:pt x="104772" y="205255"/>
                  <a:pt x="103099" y="207139"/>
                </a:cubicBezTo>
                <a:cubicBezTo>
                  <a:pt x="101215" y="208812"/>
                  <a:pt x="100273" y="211016"/>
                  <a:pt x="100273" y="213741"/>
                </a:cubicBezTo>
                <a:cubicBezTo>
                  <a:pt x="100273" y="216466"/>
                  <a:pt x="101215" y="218770"/>
                  <a:pt x="103099" y="220654"/>
                </a:cubicBezTo>
                <a:cubicBezTo>
                  <a:pt x="104772" y="222336"/>
                  <a:pt x="106976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76" y="169740"/>
                  <a:pt x="196980" y="168789"/>
                  <a:pt x="198653" y="166905"/>
                </a:cubicBezTo>
                <a:cubicBezTo>
                  <a:pt x="200537" y="165232"/>
                  <a:pt x="201479" y="163028"/>
                  <a:pt x="201479" y="160303"/>
                </a:cubicBezTo>
                <a:cubicBezTo>
                  <a:pt x="201479" y="157579"/>
                  <a:pt x="200537" y="155384"/>
                  <a:pt x="198653" y="153701"/>
                </a:cubicBezTo>
                <a:cubicBezTo>
                  <a:pt x="196980" y="151818"/>
                  <a:pt x="194776" y="150876"/>
                  <a:pt x="192051" y="150876"/>
                </a:cubicBezTo>
                <a:lnTo>
                  <a:pt x="109701" y="150876"/>
                </a:lnTo>
                <a:cubicBezTo>
                  <a:pt x="106976" y="150876"/>
                  <a:pt x="104772" y="151818"/>
                  <a:pt x="103099" y="153701"/>
                </a:cubicBezTo>
                <a:cubicBezTo>
                  <a:pt x="101215" y="155384"/>
                  <a:pt x="100273" y="157579"/>
                  <a:pt x="100273" y="160303"/>
                </a:cubicBezTo>
                <a:cubicBezTo>
                  <a:pt x="100273" y="163028"/>
                  <a:pt x="101215" y="165333"/>
                  <a:pt x="103099" y="167225"/>
                </a:cubicBezTo>
                <a:cubicBezTo>
                  <a:pt x="104772" y="168899"/>
                  <a:pt x="106976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284" y="25146"/>
                  <a:pt x="179798" y="25667"/>
                  <a:pt x="182313" y="26719"/>
                </a:cubicBezTo>
                <a:cubicBezTo>
                  <a:pt x="184617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1989"/>
                  <a:pt x="249887" y="94302"/>
                </a:cubicBezTo>
                <a:cubicBezTo>
                  <a:pt x="250939" y="96817"/>
                  <a:pt x="251460" y="99331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899" y="102468"/>
                  <a:pt x="177695" y="101526"/>
                  <a:pt x="176022" y="99642"/>
                </a:cubicBezTo>
                <a:cubicBezTo>
                  <a:pt x="174138" y="97969"/>
                  <a:pt x="173197" y="95765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750" dirty="0"/>
          </a:p>
        </p:txBody>
      </p:sp>
      <p:sp>
        <p:nvSpPr>
          <p:cNvPr id="150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805" y="214052"/>
                  <a:pt x="168999" y="213110"/>
                  <a:pt x="170682" y="211226"/>
                </a:cubicBezTo>
                <a:cubicBezTo>
                  <a:pt x="172566" y="209553"/>
                  <a:pt x="173507" y="207349"/>
                  <a:pt x="173507" y="204624"/>
                </a:cubicBezTo>
                <a:cubicBezTo>
                  <a:pt x="173507" y="201900"/>
                  <a:pt x="172566" y="199705"/>
                  <a:pt x="170682" y="198022"/>
                </a:cubicBezTo>
                <a:cubicBezTo>
                  <a:pt x="168999" y="196139"/>
                  <a:pt x="166805" y="195197"/>
                  <a:pt x="164080" y="195197"/>
                </a:cubicBezTo>
                <a:lnTo>
                  <a:pt x="96497" y="195197"/>
                </a:lnTo>
                <a:cubicBezTo>
                  <a:pt x="93772" y="195197"/>
                  <a:pt x="91577" y="196139"/>
                  <a:pt x="89895" y="198022"/>
                </a:cubicBezTo>
                <a:cubicBezTo>
                  <a:pt x="88011" y="199705"/>
                  <a:pt x="87069" y="201900"/>
                  <a:pt x="87069" y="204624"/>
                </a:cubicBezTo>
                <a:cubicBezTo>
                  <a:pt x="87069" y="207349"/>
                  <a:pt x="88011" y="209654"/>
                  <a:pt x="89895" y="211537"/>
                </a:cubicBezTo>
                <a:cubicBezTo>
                  <a:pt x="91577" y="213220"/>
                  <a:pt x="93772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80" y="160303"/>
                  <a:pt x="210175" y="159362"/>
                  <a:pt x="211857" y="157478"/>
                </a:cubicBezTo>
                <a:cubicBezTo>
                  <a:pt x="213741" y="155805"/>
                  <a:pt x="214683" y="153601"/>
                  <a:pt x="214683" y="150876"/>
                </a:cubicBezTo>
                <a:cubicBezTo>
                  <a:pt x="214683" y="148151"/>
                  <a:pt x="213741" y="145947"/>
                  <a:pt x="211857" y="144274"/>
                </a:cubicBezTo>
                <a:cubicBezTo>
                  <a:pt x="210175" y="142390"/>
                  <a:pt x="207980" y="141449"/>
                  <a:pt x="205255" y="141449"/>
                </a:cubicBezTo>
                <a:lnTo>
                  <a:pt x="96497" y="141449"/>
                </a:lnTo>
                <a:cubicBezTo>
                  <a:pt x="93772" y="141449"/>
                  <a:pt x="91577" y="142390"/>
                  <a:pt x="89895" y="144274"/>
                </a:cubicBezTo>
                <a:cubicBezTo>
                  <a:pt x="88011" y="145947"/>
                  <a:pt x="87069" y="148151"/>
                  <a:pt x="87069" y="150876"/>
                </a:cubicBezTo>
                <a:cubicBezTo>
                  <a:pt x="87069" y="153601"/>
                  <a:pt x="88011" y="155905"/>
                  <a:pt x="89895" y="157789"/>
                </a:cubicBezTo>
                <a:cubicBezTo>
                  <a:pt x="91577" y="159471"/>
                  <a:pt x="93772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80" y="106555"/>
                  <a:pt x="210175" y="105613"/>
                  <a:pt x="211857" y="103730"/>
                </a:cubicBezTo>
                <a:cubicBezTo>
                  <a:pt x="213741" y="102047"/>
                  <a:pt x="214683" y="99852"/>
                  <a:pt x="214683" y="97128"/>
                </a:cubicBezTo>
                <a:cubicBezTo>
                  <a:pt x="214683" y="94403"/>
                  <a:pt x="213741" y="92199"/>
                  <a:pt x="211857" y="90526"/>
                </a:cubicBezTo>
                <a:cubicBezTo>
                  <a:pt x="210175" y="88642"/>
                  <a:pt x="207980" y="87700"/>
                  <a:pt x="205255" y="87700"/>
                </a:cubicBezTo>
                <a:lnTo>
                  <a:pt x="96497" y="87700"/>
                </a:lnTo>
                <a:cubicBezTo>
                  <a:pt x="93772" y="87700"/>
                  <a:pt x="91577" y="88642"/>
                  <a:pt x="89895" y="90526"/>
                </a:cubicBezTo>
                <a:cubicBezTo>
                  <a:pt x="88011" y="92199"/>
                  <a:pt x="87069" y="94403"/>
                  <a:pt x="87069" y="97128"/>
                </a:cubicBezTo>
                <a:cubicBezTo>
                  <a:pt x="87069" y="99852"/>
                  <a:pt x="88011" y="102157"/>
                  <a:pt x="89895" y="104040"/>
                </a:cubicBezTo>
                <a:cubicBezTo>
                  <a:pt x="91577" y="105714"/>
                  <a:pt x="93772" y="106555"/>
                  <a:pt x="96497" y="10655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750" dirty="0"/>
          </a:p>
        </p:txBody>
      </p:sp>
      <p:sp>
        <p:nvSpPr>
          <p:cNvPr id="152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6995" y="172876"/>
                  <a:pt x="54800" y="171935"/>
                  <a:pt x="53117" y="170051"/>
                </a:cubicBezTo>
                <a:cubicBezTo>
                  <a:pt x="51234" y="168378"/>
                  <a:pt x="50292" y="166174"/>
                  <a:pt x="50292" y="163449"/>
                </a:cubicBezTo>
                <a:cubicBezTo>
                  <a:pt x="50292" y="160724"/>
                  <a:pt x="51234" y="158520"/>
                  <a:pt x="53117" y="156847"/>
                </a:cubicBezTo>
                <a:cubicBezTo>
                  <a:pt x="54800" y="154963"/>
                  <a:pt x="56995" y="154022"/>
                  <a:pt x="59719" y="154022"/>
                </a:cubicBezTo>
                <a:lnTo>
                  <a:pt x="135157" y="154022"/>
                </a:lnTo>
                <a:cubicBezTo>
                  <a:pt x="137882" y="154022"/>
                  <a:pt x="140086" y="154963"/>
                  <a:pt x="141759" y="156847"/>
                </a:cubicBezTo>
                <a:cubicBezTo>
                  <a:pt x="143643" y="158520"/>
                  <a:pt x="144594" y="160724"/>
                  <a:pt x="144594" y="163449"/>
                </a:cubicBezTo>
                <a:cubicBezTo>
                  <a:pt x="144594" y="166174"/>
                  <a:pt x="143643" y="168478"/>
                  <a:pt x="141759" y="170362"/>
                </a:cubicBezTo>
                <a:cubicBezTo>
                  <a:pt x="140086" y="172044"/>
                  <a:pt x="137882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cubicBezTo>
                  <a:pt x="50292" y="108859"/>
                  <a:pt x="51234" y="106665"/>
                  <a:pt x="53117" y="104982"/>
                </a:cubicBezTo>
                <a:cubicBezTo>
                  <a:pt x="54800" y="103099"/>
                  <a:pt x="56995" y="102157"/>
                  <a:pt x="59719" y="102157"/>
                </a:cubicBezTo>
                <a:lnTo>
                  <a:pt x="188595" y="102157"/>
                </a:lnTo>
                <a:cubicBezTo>
                  <a:pt x="191320" y="102157"/>
                  <a:pt x="193524" y="103099"/>
                  <a:pt x="195197" y="104982"/>
                </a:cubicBezTo>
                <a:cubicBezTo>
                  <a:pt x="197081" y="106665"/>
                  <a:pt x="198022" y="108859"/>
                  <a:pt x="198022" y="111584"/>
                </a:cubicBezTo>
                <a:cubicBezTo>
                  <a:pt x="198022" y="114309"/>
                  <a:pt x="197081" y="116613"/>
                  <a:pt x="195197" y="118497"/>
                </a:cubicBezTo>
                <a:cubicBezTo>
                  <a:pt x="193524" y="120180"/>
                  <a:pt x="191320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6995" y="69156"/>
                  <a:pt x="54800" y="68205"/>
                  <a:pt x="53117" y="66321"/>
                </a:cubicBezTo>
                <a:cubicBezTo>
                  <a:pt x="51234" y="64648"/>
                  <a:pt x="50292" y="62444"/>
                  <a:pt x="50292" y="59719"/>
                </a:cubicBez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88595" y="50292"/>
                </a:lnTo>
                <a:cubicBezTo>
                  <a:pt x="191320" y="50292"/>
                  <a:pt x="193524" y="51234"/>
                  <a:pt x="195197" y="53117"/>
                </a:cubicBezTo>
                <a:cubicBezTo>
                  <a:pt x="197081" y="54800"/>
                  <a:pt x="198022" y="56995"/>
                  <a:pt x="198022" y="59719"/>
                </a:cubicBezTo>
                <a:cubicBezTo>
                  <a:pt x="198022" y="62444"/>
                  <a:pt x="197081" y="64749"/>
                  <a:pt x="195197" y="66641"/>
                </a:cubicBezTo>
                <a:cubicBezTo>
                  <a:pt x="193524" y="68315"/>
                  <a:pt x="191320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14"/>
                  <a:pt x="163659" y="214162"/>
                  <a:pt x="164080" y="213110"/>
                </a:cubicBezTo>
                <a:cubicBezTo>
                  <a:pt x="164501" y="2120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6894" y="140397"/>
                  <a:pt x="239198" y="139565"/>
                </a:cubicBezTo>
                <a:cubicBezTo>
                  <a:pt x="241502" y="138724"/>
                  <a:pt x="243816" y="138303"/>
                  <a:pt x="246120" y="138303"/>
                </a:cubicBezTo>
                <a:cubicBezTo>
                  <a:pt x="248635" y="138303"/>
                  <a:pt x="251039" y="138824"/>
                  <a:pt x="253344" y="139876"/>
                </a:cubicBezTo>
                <a:cubicBezTo>
                  <a:pt x="255648" y="140717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85" y="173507"/>
                  <a:pt x="275353" y="176022"/>
                </a:cubicBezTo>
                <a:cubicBezTo>
                  <a:pt x="274302" y="178326"/>
                  <a:pt x="272839" y="180420"/>
                  <a:pt x="270946" y="182313"/>
                </a:cubicBezTo>
                <a:lnTo>
                  <a:pt x="204944" y="248635"/>
                </a:lnTo>
                <a:cubicBezTo>
                  <a:pt x="203893" y="249677"/>
                  <a:pt x="202841" y="250408"/>
                  <a:pt x="201799" y="250829"/>
                </a:cubicBezTo>
                <a:cubicBezTo>
                  <a:pt x="200747" y="251250"/>
                  <a:pt x="199595" y="251460"/>
                  <a:pt x="198343" y="251460"/>
                </a:cubicBezTo>
                <a:lnTo>
                  <a:pt x="172876" y="251460"/>
                </a:lnTo>
                <a:cubicBezTo>
                  <a:pt x="170152" y="251460"/>
                  <a:pt x="167957" y="250518"/>
                  <a:pt x="166274" y="248635"/>
                </a:cubicBezTo>
                <a:cubicBezTo>
                  <a:pt x="164391" y="246952"/>
                  <a:pt x="163449" y="244757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750" dirty="0"/>
          </a:p>
        </p:txBody>
      </p:sp>
      <p:sp>
        <p:nvSpPr>
          <p:cNvPr id="154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385"/>
                  <a:pt x="170993" y="197712"/>
                </a:cubicBezTo>
                <a:cubicBezTo>
                  <a:pt x="169319" y="195828"/>
                  <a:pt x="167116" y="194886"/>
                  <a:pt x="164391" y="194886"/>
                </a:cubicBezTo>
                <a:lnTo>
                  <a:pt x="97438" y="194886"/>
                </a:lnTo>
                <a:cubicBezTo>
                  <a:pt x="94714" y="194886"/>
                  <a:pt x="92519" y="195828"/>
                  <a:pt x="90836" y="197712"/>
                </a:cubicBezTo>
                <a:cubicBezTo>
                  <a:pt x="88953" y="199385"/>
                  <a:pt x="88011" y="201589"/>
                  <a:pt x="88011" y="204314"/>
                </a:cubicBezTo>
                <a:cubicBezTo>
                  <a:pt x="88011" y="207038"/>
                  <a:pt x="88953" y="209343"/>
                  <a:pt x="90836" y="211226"/>
                </a:cubicBezTo>
                <a:cubicBezTo>
                  <a:pt x="92519" y="212900"/>
                  <a:pt x="94714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7038" y="160303"/>
                  <a:pt x="209233" y="159362"/>
                  <a:pt x="210916" y="157478"/>
                </a:cubicBezTo>
                <a:cubicBezTo>
                  <a:pt x="212799" y="155805"/>
                  <a:pt x="213741" y="153601"/>
                  <a:pt x="213741" y="150876"/>
                </a:cubicBezTo>
                <a:cubicBezTo>
                  <a:pt x="213741" y="148151"/>
                  <a:pt x="212799" y="145947"/>
                  <a:pt x="210916" y="144274"/>
                </a:cubicBezTo>
                <a:cubicBezTo>
                  <a:pt x="209233" y="142390"/>
                  <a:pt x="207038" y="141449"/>
                  <a:pt x="204314" y="141449"/>
                </a:cubicBezTo>
                <a:lnTo>
                  <a:pt x="97438" y="141449"/>
                </a:lnTo>
                <a:cubicBezTo>
                  <a:pt x="94714" y="141449"/>
                  <a:pt x="92519" y="142390"/>
                  <a:pt x="90836" y="144274"/>
                </a:cubicBezTo>
                <a:cubicBezTo>
                  <a:pt x="88953" y="145947"/>
                  <a:pt x="88011" y="148151"/>
                  <a:pt x="88011" y="150876"/>
                </a:cubicBezTo>
                <a:cubicBezTo>
                  <a:pt x="88011" y="153601"/>
                  <a:pt x="88953" y="155905"/>
                  <a:pt x="90836" y="157789"/>
                </a:cubicBezTo>
                <a:cubicBezTo>
                  <a:pt x="92519" y="159471"/>
                  <a:pt x="94714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7038" y="106875"/>
                  <a:pt x="209233" y="105924"/>
                  <a:pt x="210916" y="104040"/>
                </a:cubicBezTo>
                <a:cubicBezTo>
                  <a:pt x="212799" y="102367"/>
                  <a:pt x="213741" y="100163"/>
                  <a:pt x="213741" y="97438"/>
                </a:cubicBezTo>
                <a:cubicBezTo>
                  <a:pt x="213741" y="94714"/>
                  <a:pt x="212799" y="92519"/>
                  <a:pt x="210916" y="90836"/>
                </a:cubicBezTo>
                <a:cubicBezTo>
                  <a:pt x="209233" y="88953"/>
                  <a:pt x="207038" y="88011"/>
                  <a:pt x="204314" y="88011"/>
                </a:cubicBezTo>
                <a:lnTo>
                  <a:pt x="97438" y="88011"/>
                </a:lnTo>
                <a:cubicBezTo>
                  <a:pt x="94714" y="88011"/>
                  <a:pt x="92519" y="88953"/>
                  <a:pt x="90836" y="90836"/>
                </a:cubicBezTo>
                <a:cubicBezTo>
                  <a:pt x="88953" y="92519"/>
                  <a:pt x="88011" y="94714"/>
                  <a:pt x="88011" y="97438"/>
                </a:cubicBezTo>
                <a:cubicBezTo>
                  <a:pt x="88011" y="100163"/>
                  <a:pt x="88953" y="102468"/>
                  <a:pt x="90836" y="104360"/>
                </a:cubicBezTo>
                <a:cubicBezTo>
                  <a:pt x="92519" y="106034"/>
                  <a:pt x="94714" y="106875"/>
                  <a:pt x="97438" y="106875"/>
                </a:cubicBez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750" dirty="0"/>
          </a:p>
        </p:txBody>
      </p:sp>
      <p:sp>
        <p:nvSpPr>
          <p:cNvPr id="156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97" y="143963"/>
                  <a:pt x="85807" y="146478"/>
                </a:cubicBezTo>
                <a:cubicBezTo>
                  <a:pt x="85807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88"/>
                  <a:pt x="216256" y="111273"/>
                </a:cubicBezTo>
                <a:cubicBezTo>
                  <a:pt x="216256" y="108548"/>
                  <a:pt x="215314" y="106244"/>
                  <a:pt x="213430" y="104360"/>
                </a:cubicBezTo>
                <a:cubicBezTo>
                  <a:pt x="211537" y="102468"/>
                  <a:pt x="209343" y="101526"/>
                  <a:pt x="206828" y="101526"/>
                </a:cubicBezTo>
                <a:cubicBezTo>
                  <a:pt x="204103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750" dirty="0"/>
          </a:p>
        </p:txBody>
      </p:sp>
      <p:sp>
        <p:nvSpPr>
          <p:cNvPr id="158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70" y="236272"/>
                  <a:pt x="143021" y="237314"/>
                </a:cubicBezTo>
                <a:cubicBezTo>
                  <a:pt x="143853" y="238155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99" y="238155"/>
                  <a:pt x="159051" y="237314"/>
                </a:cubicBezTo>
                <a:cubicBezTo>
                  <a:pt x="159883" y="236272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92" y="226003"/>
                  <a:pt x="184087" y="225061"/>
                  <a:pt x="185770" y="223168"/>
                </a:cubicBezTo>
                <a:cubicBezTo>
                  <a:pt x="187653" y="221495"/>
                  <a:pt x="188595" y="219291"/>
                  <a:pt x="188595" y="216566"/>
                </a:cubicBezTo>
                <a:lnTo>
                  <a:pt x="188595" y="175711"/>
                </a:lnTo>
                <a:cubicBezTo>
                  <a:pt x="188595" y="172986"/>
                  <a:pt x="187653" y="170782"/>
                  <a:pt x="185770" y="169109"/>
                </a:cubicBezTo>
                <a:cubicBezTo>
                  <a:pt x="184087" y="167225"/>
                  <a:pt x="181892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92" y="144274"/>
                  <a:pt x="184087" y="143332"/>
                  <a:pt x="185770" y="141449"/>
                </a:cubicBezTo>
                <a:cubicBezTo>
                  <a:pt x="187653" y="139766"/>
                  <a:pt x="188595" y="137571"/>
                  <a:pt x="188595" y="134847"/>
                </a:cubicBezTo>
                <a:cubicBezTo>
                  <a:pt x="188595" y="132122"/>
                  <a:pt x="187653" y="129817"/>
                  <a:pt x="185770" y="127934"/>
                </a:cubicBezTo>
                <a:cubicBezTo>
                  <a:pt x="184087" y="126251"/>
                  <a:pt x="181892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83" y="115150"/>
                  <a:pt x="159051" y="114099"/>
                </a:cubicBezTo>
                <a:cubicBezTo>
                  <a:pt x="157999" y="113258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53" y="113367"/>
                  <a:pt x="143021" y="114419"/>
                </a:cubicBezTo>
                <a:cubicBezTo>
                  <a:pt x="141970" y="115251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860" y="125419"/>
                  <a:pt x="117665" y="126361"/>
                  <a:pt x="115982" y="128245"/>
                </a:cubicBezTo>
                <a:cubicBezTo>
                  <a:pt x="114099" y="129918"/>
                  <a:pt x="113157" y="132122"/>
                  <a:pt x="113157" y="134847"/>
                </a:cubicBezTo>
                <a:lnTo>
                  <a:pt x="113157" y="175711"/>
                </a:lnTo>
                <a:cubicBezTo>
                  <a:pt x="113157" y="178436"/>
                  <a:pt x="114099" y="180631"/>
                  <a:pt x="115982" y="182313"/>
                </a:cubicBezTo>
                <a:cubicBezTo>
                  <a:pt x="117665" y="184197"/>
                  <a:pt x="119860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860" y="207139"/>
                  <a:pt x="117665" y="208081"/>
                  <a:pt x="115982" y="209974"/>
                </a:cubicBezTo>
                <a:cubicBezTo>
                  <a:pt x="114099" y="211647"/>
                  <a:pt x="113157" y="213842"/>
                  <a:pt x="113157" y="216566"/>
                </a:cubicBezTo>
                <a:cubicBezTo>
                  <a:pt x="113157" y="219291"/>
                  <a:pt x="114099" y="221596"/>
                  <a:pt x="115982" y="223489"/>
                </a:cubicBezTo>
                <a:cubicBezTo>
                  <a:pt x="117665" y="225162"/>
                  <a:pt x="119860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41" y="102468"/>
                  <a:pt x="178637" y="101526"/>
                  <a:pt x="176964" y="99642"/>
                </a:cubicBezTo>
                <a:cubicBezTo>
                  <a:pt x="175080" y="97969"/>
                  <a:pt x="174138" y="95765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750" dirty="0"/>
          </a:p>
        </p:txBody>
      </p:sp>
      <p:sp>
        <p:nvSpPr>
          <p:cNvPr id="160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1822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60040"/>
                  <a:pt x="30806" y="56263"/>
                </a:cubicBezTo>
                <a:cubicBezTo>
                  <a:pt x="34573" y="52285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6992" y="50292"/>
                  <a:pt x="129506" y="50813"/>
                  <a:pt x="132021" y="51865"/>
                </a:cubicBezTo>
                <a:cubicBezTo>
                  <a:pt x="134325" y="52907"/>
                  <a:pt x="136310" y="54270"/>
                  <a:pt x="137992" y="55952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68" y="71140"/>
                  <a:pt x="270946" y="75127"/>
                </a:cubicBezTo>
                <a:cubicBezTo>
                  <a:pt x="274722" y="78894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722" y="241822"/>
                  <a:pt x="270946" y="245800"/>
                </a:cubicBezTo>
                <a:cubicBezTo>
                  <a:pt x="266968" y="249576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750" dirty="0"/>
          </a:p>
        </p:txBody>
      </p:sp>
      <p:sp>
        <p:nvSpPr>
          <p:cNvPr id="162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273" y="207459"/>
                  <a:pt x="100163" y="208812"/>
                  <a:pt x="110642" y="211537"/>
                </a:cubicBezTo>
                <a:cubicBezTo>
                  <a:pt x="121332" y="214052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374" y="77852"/>
                  <a:pt x="111273" y="74496"/>
                </a:cubicBezTo>
                <a:cubicBezTo>
                  <a:pt x="100374" y="70930"/>
                  <a:pt x="89273" y="69156"/>
                  <a:pt x="77953" y="69156"/>
                </a:cubicBezTo>
                <a:cubicBezTo>
                  <a:pt x="69988" y="69156"/>
                  <a:pt x="62234" y="70198"/>
                  <a:pt x="54690" y="72292"/>
                </a:cubicBezTo>
                <a:cubicBezTo>
                  <a:pt x="46936" y="74185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63" y="210916"/>
                  <a:pt x="53748" y="209654"/>
                </a:cubicBezTo>
                <a:cubicBezTo>
                  <a:pt x="61923" y="208191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52"/>
                  <a:pt x="191741" y="211537"/>
                </a:cubicBezTo>
                <a:cubicBezTo>
                  <a:pt x="201799" y="208812"/>
                  <a:pt x="212488" y="207459"/>
                  <a:pt x="223799" y="207459"/>
                </a:cubicBezTo>
                <a:cubicBezTo>
                  <a:pt x="231764" y="207459"/>
                  <a:pt x="240039" y="208081"/>
                  <a:pt x="248635" y="209343"/>
                </a:cubicBezTo>
                <a:cubicBezTo>
                  <a:pt x="257010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48" y="73344"/>
                  <a:pt x="247693" y="71671"/>
                </a:cubicBezTo>
                <a:cubicBezTo>
                  <a:pt x="239728" y="69988"/>
                  <a:pt x="231764" y="69156"/>
                  <a:pt x="223799" y="69156"/>
                </a:cubicBezTo>
                <a:cubicBezTo>
                  <a:pt x="212488" y="69156"/>
                  <a:pt x="201589" y="70930"/>
                  <a:pt x="191110" y="74496"/>
                </a:cubicBezTo>
                <a:cubicBezTo>
                  <a:pt x="180420" y="77852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7109" y="247693"/>
                </a:moveTo>
                <a:cubicBezTo>
                  <a:pt x="145636" y="247272"/>
                  <a:pt x="144384" y="246641"/>
                  <a:pt x="143332" y="245800"/>
                </a:cubicBezTo>
                <a:cubicBezTo>
                  <a:pt x="133484" y="239728"/>
                  <a:pt x="123005" y="235010"/>
                  <a:pt x="111904" y="231654"/>
                </a:cubicBezTo>
                <a:cubicBezTo>
                  <a:pt x="100794" y="228307"/>
                  <a:pt x="89474" y="226625"/>
                  <a:pt x="77953" y="226625"/>
                </a:cubicBezTo>
                <a:cubicBezTo>
                  <a:pt x="70198" y="226625"/>
                  <a:pt x="62655" y="227576"/>
                  <a:pt x="55321" y="229460"/>
                </a:cubicBezTo>
                <a:cubicBezTo>
                  <a:pt x="47988" y="231343"/>
                  <a:pt x="40654" y="233647"/>
                  <a:pt x="33321" y="236372"/>
                </a:cubicBezTo>
                <a:cubicBezTo>
                  <a:pt x="28502" y="238677"/>
                  <a:pt x="23784" y="238366"/>
                  <a:pt x="19175" y="235431"/>
                </a:cubicBezTo>
                <a:cubicBezTo>
                  <a:pt x="14777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351"/>
                  <a:pt x="14777" y="68836"/>
                </a:cubicBezTo>
                <a:cubicBezTo>
                  <a:pt x="16240" y="66111"/>
                  <a:pt x="18443" y="64017"/>
                  <a:pt x="21379" y="62554"/>
                </a:cubicBezTo>
                <a:cubicBezTo>
                  <a:pt x="30175" y="58357"/>
                  <a:pt x="39292" y="55321"/>
                  <a:pt x="48719" y="53438"/>
                </a:cubicBezTo>
                <a:cubicBezTo>
                  <a:pt x="58357" y="51344"/>
                  <a:pt x="68105" y="50292"/>
                  <a:pt x="77953" y="50292"/>
                </a:cubicBezTo>
                <a:cubicBezTo>
                  <a:pt x="91157" y="50292"/>
                  <a:pt x="104040" y="52075"/>
                  <a:pt x="116613" y="55632"/>
                </a:cubicBezTo>
                <a:cubicBezTo>
                  <a:pt x="128976" y="59198"/>
                  <a:pt x="140607" y="64648"/>
                  <a:pt x="151507" y="71982"/>
                </a:cubicBezTo>
                <a:cubicBezTo>
                  <a:pt x="162196" y="64648"/>
                  <a:pt x="173718" y="59198"/>
                  <a:pt x="186080" y="55632"/>
                </a:cubicBezTo>
                <a:cubicBezTo>
                  <a:pt x="198233" y="52075"/>
                  <a:pt x="210806" y="50292"/>
                  <a:pt x="223799" y="50292"/>
                </a:cubicBezTo>
                <a:cubicBezTo>
                  <a:pt x="233647" y="50292"/>
                  <a:pt x="243285" y="51344"/>
                  <a:pt x="252722" y="53438"/>
                </a:cubicBezTo>
                <a:cubicBezTo>
                  <a:pt x="262149" y="55321"/>
                  <a:pt x="271266" y="58357"/>
                  <a:pt x="280062" y="62554"/>
                </a:cubicBezTo>
                <a:cubicBezTo>
                  <a:pt x="282998" y="64017"/>
                  <a:pt x="285302" y="66111"/>
                  <a:pt x="286975" y="68836"/>
                </a:cubicBezTo>
                <a:cubicBezTo>
                  <a:pt x="288447" y="71351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28"/>
                  <a:pt x="286875" y="233126"/>
                  <a:pt x="282266" y="236062"/>
                </a:cubicBezTo>
                <a:cubicBezTo>
                  <a:pt x="277447" y="239198"/>
                  <a:pt x="272729" y="239308"/>
                  <a:pt x="268120" y="236372"/>
                </a:cubicBezTo>
                <a:cubicBezTo>
                  <a:pt x="260997" y="233437"/>
                  <a:pt x="253764" y="231133"/>
                  <a:pt x="246431" y="229460"/>
                </a:cubicBezTo>
                <a:cubicBezTo>
                  <a:pt x="239097" y="227576"/>
                  <a:pt x="231554" y="226625"/>
                  <a:pt x="223799" y="226625"/>
                </a:cubicBezTo>
                <a:cubicBezTo>
                  <a:pt x="212488" y="226625"/>
                  <a:pt x="201378" y="228307"/>
                  <a:pt x="190479" y="231654"/>
                </a:cubicBezTo>
                <a:cubicBezTo>
                  <a:pt x="179588" y="235010"/>
                  <a:pt x="169319" y="239728"/>
                  <a:pt x="159682" y="245800"/>
                </a:cubicBezTo>
                <a:cubicBezTo>
                  <a:pt x="158630" y="246641"/>
                  <a:pt x="157478" y="247272"/>
                  <a:pt x="156216" y="247693"/>
                </a:cubicBezTo>
                <a:cubicBezTo>
                  <a:pt x="154753" y="247894"/>
                  <a:pt x="153180" y="248004"/>
                  <a:pt x="151507" y="248004"/>
                </a:cubicBezTo>
                <a:cubicBezTo>
                  <a:pt x="149824" y="248004"/>
                  <a:pt x="148361" y="247894"/>
                  <a:pt x="147109" y="247693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390"/>
                  <a:pt x="176443" y="108228"/>
                  <a:pt x="177284" y="107186"/>
                </a:cubicBezTo>
                <a:cubicBezTo>
                  <a:pt x="178116" y="105924"/>
                  <a:pt x="179058" y="105092"/>
                  <a:pt x="180109" y="104671"/>
                </a:cubicBezTo>
                <a:cubicBezTo>
                  <a:pt x="186391" y="102367"/>
                  <a:pt x="192783" y="100584"/>
                  <a:pt x="199284" y="99331"/>
                </a:cubicBezTo>
                <a:cubicBezTo>
                  <a:pt x="205987" y="98069"/>
                  <a:pt x="212900" y="97438"/>
                  <a:pt x="220032" y="97438"/>
                </a:cubicBezTo>
                <a:cubicBezTo>
                  <a:pt x="224641" y="97438"/>
                  <a:pt x="229139" y="97759"/>
                  <a:pt x="233547" y="98380"/>
                </a:cubicBezTo>
                <a:cubicBezTo>
                  <a:pt x="237945" y="98801"/>
                  <a:pt x="242243" y="99532"/>
                  <a:pt x="246431" y="100584"/>
                </a:cubicBezTo>
                <a:cubicBezTo>
                  <a:pt x="247693" y="101005"/>
                  <a:pt x="248845" y="101736"/>
                  <a:pt x="249887" y="102788"/>
                </a:cubicBezTo>
                <a:cubicBezTo>
                  <a:pt x="250939" y="104040"/>
                  <a:pt x="251460" y="105403"/>
                  <a:pt x="251460" y="106875"/>
                </a:cubicBezTo>
                <a:cubicBezTo>
                  <a:pt x="251460" y="109179"/>
                  <a:pt x="250728" y="110953"/>
                  <a:pt x="249256" y="112215"/>
                </a:cubicBezTo>
                <a:cubicBezTo>
                  <a:pt x="247583" y="113468"/>
                  <a:pt x="245590" y="113788"/>
                  <a:pt x="243285" y="113157"/>
                </a:cubicBezTo>
                <a:cubicBezTo>
                  <a:pt x="239728" y="112105"/>
                  <a:pt x="236062" y="111374"/>
                  <a:pt x="232285" y="110953"/>
                </a:cubicBezTo>
                <a:cubicBezTo>
                  <a:pt x="228307" y="110332"/>
                  <a:pt x="224220" y="110011"/>
                  <a:pt x="220032" y="110011"/>
                </a:cubicBezTo>
                <a:cubicBezTo>
                  <a:pt x="213951" y="110011"/>
                  <a:pt x="208081" y="110642"/>
                  <a:pt x="202430" y="111904"/>
                </a:cubicBezTo>
                <a:cubicBezTo>
                  <a:pt x="196770" y="112947"/>
                  <a:pt x="191210" y="114620"/>
                  <a:pt x="185770" y="116933"/>
                </a:cubicBezTo>
                <a:cubicBezTo>
                  <a:pt x="182834" y="117976"/>
                  <a:pt x="180530" y="117976"/>
                  <a:pt x="178847" y="116933"/>
                </a:cubicBezTo>
                <a:cubicBezTo>
                  <a:pt x="176964" y="115672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37"/>
                  <a:pt x="176443" y="177284"/>
                  <a:pt x="177284" y="176022"/>
                </a:cubicBezTo>
                <a:cubicBezTo>
                  <a:pt x="178116" y="174769"/>
                  <a:pt x="179058" y="173928"/>
                  <a:pt x="180109" y="173507"/>
                </a:cubicBezTo>
                <a:cubicBezTo>
                  <a:pt x="186391" y="171203"/>
                  <a:pt x="192783" y="169530"/>
                  <a:pt x="199284" y="168478"/>
                </a:cubicBezTo>
                <a:cubicBezTo>
                  <a:pt x="205987" y="167225"/>
                  <a:pt x="212900" y="166595"/>
                  <a:pt x="220032" y="166595"/>
                </a:cubicBezTo>
                <a:cubicBezTo>
                  <a:pt x="224641" y="166595"/>
                  <a:pt x="229139" y="166905"/>
                  <a:pt x="233547" y="167536"/>
                </a:cubicBezTo>
                <a:cubicBezTo>
                  <a:pt x="237945" y="167957"/>
                  <a:pt x="242243" y="168689"/>
                  <a:pt x="246431" y="169740"/>
                </a:cubicBezTo>
                <a:cubicBezTo>
                  <a:pt x="247693" y="170152"/>
                  <a:pt x="248845" y="170892"/>
                  <a:pt x="249887" y="171935"/>
                </a:cubicBezTo>
                <a:cubicBezTo>
                  <a:pt x="250939" y="173197"/>
                  <a:pt x="251460" y="174559"/>
                  <a:pt x="251460" y="176022"/>
                </a:cubicBezTo>
                <a:cubicBezTo>
                  <a:pt x="251460" y="178326"/>
                  <a:pt x="250728" y="180109"/>
                  <a:pt x="249256" y="181362"/>
                </a:cubicBezTo>
                <a:cubicBezTo>
                  <a:pt x="247583" y="182624"/>
                  <a:pt x="245590" y="182935"/>
                  <a:pt x="243285" y="182313"/>
                </a:cubicBezTo>
                <a:cubicBezTo>
                  <a:pt x="239728" y="181262"/>
                  <a:pt x="236062" y="180530"/>
                  <a:pt x="232285" y="180109"/>
                </a:cubicBezTo>
                <a:cubicBezTo>
                  <a:pt x="228307" y="179478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530" y="186812"/>
                  <a:pt x="178847" y="185770"/>
                </a:cubicBezTo>
                <a:cubicBezTo>
                  <a:pt x="176964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3963"/>
                  <a:pt x="176443" y="142811"/>
                  <a:pt x="177284" y="141759"/>
                </a:cubicBezTo>
                <a:cubicBezTo>
                  <a:pt x="178116" y="140507"/>
                  <a:pt x="179058" y="139665"/>
                  <a:pt x="180109" y="139245"/>
                </a:cubicBezTo>
                <a:cubicBezTo>
                  <a:pt x="186391" y="136941"/>
                  <a:pt x="192783" y="135157"/>
                  <a:pt x="199284" y="133905"/>
                </a:cubicBezTo>
                <a:cubicBezTo>
                  <a:pt x="205987" y="132643"/>
                  <a:pt x="212900" y="132021"/>
                  <a:pt x="220032" y="132021"/>
                </a:cubicBezTo>
                <a:cubicBezTo>
                  <a:pt x="224641" y="132021"/>
                  <a:pt x="229139" y="132332"/>
                  <a:pt x="233547" y="132963"/>
                </a:cubicBezTo>
                <a:cubicBezTo>
                  <a:pt x="237945" y="133374"/>
                  <a:pt x="242243" y="134115"/>
                  <a:pt x="246431" y="135157"/>
                </a:cubicBezTo>
                <a:cubicBezTo>
                  <a:pt x="247693" y="135578"/>
                  <a:pt x="248845" y="136310"/>
                  <a:pt x="249887" y="137361"/>
                </a:cubicBezTo>
                <a:cubicBezTo>
                  <a:pt x="250939" y="138614"/>
                  <a:pt x="251460" y="139976"/>
                  <a:pt x="251460" y="141449"/>
                </a:cubicBezTo>
                <a:cubicBezTo>
                  <a:pt x="251460" y="143753"/>
                  <a:pt x="250728" y="145536"/>
                  <a:pt x="249256" y="146789"/>
                </a:cubicBezTo>
                <a:cubicBezTo>
                  <a:pt x="247583" y="148051"/>
                  <a:pt x="245590" y="148361"/>
                  <a:pt x="243285" y="147730"/>
                </a:cubicBezTo>
                <a:cubicBezTo>
                  <a:pt x="239728" y="146688"/>
                  <a:pt x="236062" y="145947"/>
                  <a:pt x="232285" y="145536"/>
                </a:cubicBezTo>
                <a:cubicBezTo>
                  <a:pt x="228307" y="144905"/>
                  <a:pt x="224220" y="144594"/>
                  <a:pt x="220032" y="144594"/>
                </a:cubicBezTo>
                <a:cubicBezTo>
                  <a:pt x="213951" y="144594"/>
                  <a:pt x="208081" y="145216"/>
                  <a:pt x="202430" y="146478"/>
                </a:cubicBezTo>
                <a:cubicBezTo>
                  <a:pt x="196770" y="147520"/>
                  <a:pt x="191210" y="149203"/>
                  <a:pt x="185770" y="151507"/>
                </a:cubicBezTo>
                <a:cubicBezTo>
                  <a:pt x="182834" y="152549"/>
                  <a:pt x="180530" y="152549"/>
                  <a:pt x="178847" y="151507"/>
                </a:cubicBezTo>
                <a:cubicBezTo>
                  <a:pt x="176964" y="150245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750" dirty="0"/>
          </a:p>
        </p:txBody>
      </p:sp>
      <p:sp>
        <p:nvSpPr>
          <p:cNvPr id="164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33"/>
                </a:moveTo>
                <a:cubicBezTo>
                  <a:pt x="146688" y="275033"/>
                  <a:pt x="145636" y="274823"/>
                  <a:pt x="144594" y="274402"/>
                </a:cubicBezTo>
                <a:cubicBezTo>
                  <a:pt x="115672" y="264554"/>
                  <a:pt x="92729" y="246952"/>
                  <a:pt x="75749" y="221596"/>
                </a:cubicBezTo>
                <a:cubicBezTo>
                  <a:pt x="58778" y="196038"/>
                  <a:pt x="50292" y="168058"/>
                  <a:pt x="50292" y="137672"/>
                </a:cubicBezTo>
                <a:lnTo>
                  <a:pt x="50292" y="76069"/>
                </a:lnTo>
                <a:cubicBezTo>
                  <a:pt x="50292" y="72082"/>
                  <a:pt x="51444" y="68415"/>
                  <a:pt x="53748" y="65069"/>
                </a:cubicBezTo>
                <a:cubicBezTo>
                  <a:pt x="56053" y="61923"/>
                  <a:pt x="58988" y="59619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764" y="59619"/>
                  <a:pt x="245699" y="61923"/>
                  <a:pt x="248004" y="65069"/>
                </a:cubicBezTo>
                <a:cubicBezTo>
                  <a:pt x="250308" y="68415"/>
                  <a:pt x="251460" y="72082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99" y="225893"/>
                  <a:pt x="220974" y="226314"/>
                </a:cubicBezTo>
                <a:cubicBezTo>
                  <a:pt x="218039" y="226524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89" y="193103"/>
                  <a:pt x="164391" y="194566"/>
                </a:cubicBezTo>
                <a:cubicBezTo>
                  <a:pt x="159993" y="196038"/>
                  <a:pt x="155485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725"/>
                  <a:pt x="228829" y="171624"/>
                </a:cubicBezTo>
                <a:cubicBezTo>
                  <a:pt x="231343" y="160303"/>
                  <a:pt x="232605" y="148992"/>
                  <a:pt x="232605" y="137672"/>
                </a:cubicBezTo>
                <a:lnTo>
                  <a:pt x="232605" y="75438"/>
                </a:lnTo>
                <a:lnTo>
                  <a:pt x="150876" y="45574"/>
                </a:lnTo>
                <a:lnTo>
                  <a:pt x="69156" y="75438"/>
                </a:lnTo>
                <a:lnTo>
                  <a:pt x="69156" y="137672"/>
                </a:lnTo>
                <a:cubicBezTo>
                  <a:pt x="69156" y="165122"/>
                  <a:pt x="76800" y="189957"/>
                  <a:pt x="92098" y="212168"/>
                </a:cubicBezTo>
                <a:cubicBezTo>
                  <a:pt x="107186" y="234169"/>
                  <a:pt x="126782" y="249156"/>
                  <a:pt x="150876" y="257120"/>
                </a:cubicBezTo>
                <a:cubicBezTo>
                  <a:pt x="155695" y="255858"/>
                  <a:pt x="161456" y="253453"/>
                  <a:pt x="168167" y="249887"/>
                </a:cubicBezTo>
                <a:cubicBezTo>
                  <a:pt x="174660" y="246120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214"/>
                  <a:pt x="199284" y="239518"/>
                </a:cubicBezTo>
                <a:cubicBezTo>
                  <a:pt x="200958" y="241612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718" y="261939"/>
                  <a:pt x="178226" y="265295"/>
                </a:cubicBezTo>
                <a:cubicBezTo>
                  <a:pt x="171514" y="268642"/>
                  <a:pt x="164501" y="271677"/>
                  <a:pt x="157167" y="274402"/>
                </a:cubicBezTo>
                <a:cubicBezTo>
                  <a:pt x="156116" y="274823"/>
                  <a:pt x="155064" y="27503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70682" y="170051"/>
                </a:moveTo>
                <a:cubicBezTo>
                  <a:pt x="176123" y="164601"/>
                  <a:pt x="178847" y="157999"/>
                  <a:pt x="178847" y="150245"/>
                </a:cubicBezTo>
                <a:cubicBezTo>
                  <a:pt x="178847" y="142281"/>
                  <a:pt x="176123" y="135578"/>
                  <a:pt x="170682" y="130128"/>
                </a:cubicBezTo>
                <a:cubicBezTo>
                  <a:pt x="165232" y="124678"/>
                  <a:pt x="158630" y="121963"/>
                  <a:pt x="150876" y="121963"/>
                </a:cubicBezTo>
                <a:cubicBezTo>
                  <a:pt x="143122" y="121963"/>
                  <a:pt x="136520" y="124678"/>
                  <a:pt x="131070" y="130128"/>
                </a:cubicBezTo>
                <a:cubicBezTo>
                  <a:pt x="125629" y="135578"/>
                  <a:pt x="122905" y="142281"/>
                  <a:pt x="122905" y="150245"/>
                </a:cubicBezTo>
                <a:cubicBezTo>
                  <a:pt x="122905" y="157999"/>
                  <a:pt x="125629" y="164601"/>
                  <a:pt x="131070" y="170051"/>
                </a:cubicBezTo>
                <a:cubicBezTo>
                  <a:pt x="136520" y="175290"/>
                  <a:pt x="143122" y="177906"/>
                  <a:pt x="150876" y="177906"/>
                </a:cubicBezTo>
                <a:cubicBezTo>
                  <a:pt x="158630" y="177906"/>
                  <a:pt x="165232" y="175290"/>
                  <a:pt x="170682" y="170051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750" dirty="0"/>
          </a:p>
        </p:txBody>
      </p:sp>
      <p:sp>
        <p:nvSpPr>
          <p:cNvPr id="166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330"/>
                  <a:pt x="80778" y="259525"/>
                  <a:pt x="78894" y="261208"/>
                </a:cubicBezTo>
                <a:cubicBezTo>
                  <a:pt x="77221" y="263091"/>
                  <a:pt x="75017" y="264033"/>
                  <a:pt x="72292" y="264033"/>
                </a:cubicBez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lnTo>
                  <a:pt x="62865" y="59719"/>
                </a:lnTo>
                <a:cubicBezTo>
                  <a:pt x="62865" y="56995"/>
                  <a:pt x="63807" y="54800"/>
                  <a:pt x="65690" y="53117"/>
                </a:cubicBezTo>
                <a:cubicBezTo>
                  <a:pt x="67373" y="51234"/>
                  <a:pt x="69568" y="50292"/>
                  <a:pt x="72292" y="50292"/>
                </a:cubicBezTo>
                <a:lnTo>
                  <a:pt x="163138" y="50292"/>
                </a:lnTo>
                <a:cubicBezTo>
                  <a:pt x="165442" y="50292"/>
                  <a:pt x="167427" y="51024"/>
                  <a:pt x="169109" y="52496"/>
                </a:cubicBezTo>
                <a:cubicBezTo>
                  <a:pt x="170782" y="53748"/>
                  <a:pt x="171834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57" y="77322"/>
                  <a:pt x="246952" y="78263"/>
                  <a:pt x="248635" y="80156"/>
                </a:cubicBezTo>
                <a:cubicBezTo>
                  <a:pt x="250518" y="81830"/>
                  <a:pt x="251460" y="84033"/>
                  <a:pt x="251460" y="86758"/>
                </a:cubicBezTo>
                <a:lnTo>
                  <a:pt x="251460" y="184197"/>
                </a:lnTo>
                <a:cubicBezTo>
                  <a:pt x="251460" y="186922"/>
                  <a:pt x="250518" y="189116"/>
                  <a:pt x="248635" y="190799"/>
                </a:cubicBezTo>
                <a:cubicBezTo>
                  <a:pt x="246952" y="192682"/>
                  <a:pt x="244757" y="193624"/>
                  <a:pt x="242033" y="193624"/>
                </a:cubicBezTo>
                <a:lnTo>
                  <a:pt x="178537" y="193624"/>
                </a:lnTo>
                <a:cubicBezTo>
                  <a:pt x="176443" y="193624"/>
                  <a:pt x="174449" y="192993"/>
                  <a:pt x="172566" y="191741"/>
                </a:cubicBezTo>
                <a:cubicBezTo>
                  <a:pt x="170892" y="190479"/>
                  <a:pt x="169841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6064" y="96186"/>
                  <a:pt x="164080" y="95555"/>
                  <a:pt x="162196" y="94302"/>
                </a:cubicBezTo>
                <a:cubicBezTo>
                  <a:pt x="160514" y="92830"/>
                  <a:pt x="159471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812" y="148051"/>
                  <a:pt x="177805" y="148672"/>
                  <a:pt x="179478" y="149934"/>
                </a:cubicBezTo>
                <a:cubicBezTo>
                  <a:pt x="181152" y="151187"/>
                  <a:pt x="182203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750" dirty="0"/>
          </a:p>
        </p:txBody>
      </p:sp>
      <p:sp>
        <p:nvSpPr>
          <p:cNvPr id="168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67" y="159782"/>
                  <a:pt x="70098" y="163760"/>
                </a:cubicBezTo>
                <a:cubicBezTo>
                  <a:pt x="70509" y="167747"/>
                  <a:pt x="71250" y="171514"/>
                  <a:pt x="72292" y="175080"/>
                </a:cubicBezTo>
                <a:cubicBezTo>
                  <a:pt x="72923" y="177595"/>
                  <a:pt x="72823" y="180109"/>
                  <a:pt x="71982" y="182624"/>
                </a:cubicBezTo>
                <a:cubicBezTo>
                  <a:pt x="70930" y="185139"/>
                  <a:pt x="69257" y="186922"/>
                  <a:pt x="66952" y="187964"/>
                </a:cubicBezTo>
                <a:cubicBezTo>
                  <a:pt x="64648" y="189016"/>
                  <a:pt x="62344" y="189016"/>
                  <a:pt x="60040" y="187964"/>
                </a:cubicBezTo>
                <a:cubicBezTo>
                  <a:pt x="57525" y="186922"/>
                  <a:pt x="55842" y="185239"/>
                  <a:pt x="55010" y="182935"/>
                </a:cubicBezTo>
                <a:cubicBezTo>
                  <a:pt x="53328" y="177695"/>
                  <a:pt x="52176" y="172566"/>
                  <a:pt x="51554" y="167536"/>
                </a:cubicBezTo>
                <a:cubicBezTo>
                  <a:pt x="50713" y="162297"/>
                  <a:pt x="50292" y="156957"/>
                  <a:pt x="50292" y="151507"/>
                </a:cubicBezTo>
                <a:cubicBezTo>
                  <a:pt x="50292" y="124057"/>
                  <a:pt x="60250" y="100483"/>
                  <a:pt x="80156" y="80778"/>
                </a:cubicBezTo>
                <a:cubicBezTo>
                  <a:pt x="99852" y="60872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92" y="17291"/>
                  <a:pt x="151507" y="17291"/>
                </a:cubicBezTo>
                <a:cubicBezTo>
                  <a:pt x="153811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80" y="77852"/>
                  <a:pt x="93351" y="93982"/>
                </a:cubicBezTo>
                <a:cubicBezTo>
                  <a:pt x="77221" y="109911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95" y="142912"/>
                  <a:pt x="231974" y="138934"/>
                </a:cubicBezTo>
                <a:cubicBezTo>
                  <a:pt x="231343" y="134947"/>
                  <a:pt x="230502" y="131070"/>
                  <a:pt x="229460" y="127303"/>
                </a:cubicBezTo>
                <a:cubicBezTo>
                  <a:pt x="228618" y="124788"/>
                  <a:pt x="228728" y="122274"/>
                  <a:pt x="229770" y="119759"/>
                </a:cubicBezTo>
                <a:cubicBezTo>
                  <a:pt x="230612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612" y="202320"/>
                  <a:pt x="221916" y="222227"/>
                </a:cubicBezTo>
                <a:cubicBezTo>
                  <a:pt x="202009" y="241923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238" y="285412"/>
                  <a:pt x="149934" y="285412"/>
                </a:cubicBezTo>
                <a:cubicBezTo>
                  <a:pt x="147420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420" y="198964"/>
                  <a:pt x="149934" y="198964"/>
                </a:cubicBezTo>
                <a:cubicBezTo>
                  <a:pt x="152238" y="198964"/>
                  <a:pt x="154232" y="199806"/>
                  <a:pt x="155905" y="201479"/>
                </a:cubicBezTo>
                <a:cubicBezTo>
                  <a:pt x="157579" y="203161"/>
                  <a:pt x="158420" y="205255"/>
                  <a:pt x="158420" y="207770"/>
                </a:cubicBezTo>
                <a:cubicBezTo>
                  <a:pt x="158420" y="210074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73" y="224952"/>
                  <a:pt x="208712" y="209023"/>
                </a:cubicBezTo>
                <a:cubicBezTo>
                  <a:pt x="224641" y="192893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750" dirty="0"/>
          </a:p>
        </p:txBody>
      </p:sp>
      <p:sp>
        <p:nvSpPr>
          <p:cNvPr id="170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1110" y="191110"/>
                </a:moveTo>
                <a:cubicBezTo>
                  <a:pt x="202009" y="180000"/>
                  <a:pt x="207459" y="166595"/>
                  <a:pt x="207459" y="150876"/>
                </a:cubicBezTo>
                <a:cubicBezTo>
                  <a:pt x="207459" y="135157"/>
                  <a:pt x="202009" y="121853"/>
                  <a:pt x="191110" y="110953"/>
                </a:cubicBezTo>
                <a:cubicBezTo>
                  <a:pt x="180000" y="99852"/>
                  <a:pt x="166595" y="94302"/>
                  <a:pt x="150876" y="94302"/>
                </a:cubicBezTo>
                <a:cubicBezTo>
                  <a:pt x="135157" y="94302"/>
                  <a:pt x="121853" y="99852"/>
                  <a:pt x="110953" y="110953"/>
                </a:cubicBezTo>
                <a:cubicBezTo>
                  <a:pt x="99852" y="121853"/>
                  <a:pt x="94302" y="135157"/>
                  <a:pt x="94302" y="150876"/>
                </a:cubicBezTo>
                <a:cubicBezTo>
                  <a:pt x="94302" y="166595"/>
                  <a:pt x="99852" y="180000"/>
                  <a:pt x="110953" y="191110"/>
                </a:cubicBezTo>
                <a:cubicBezTo>
                  <a:pt x="121853" y="202009"/>
                  <a:pt x="135157" y="207459"/>
                  <a:pt x="150876" y="207459"/>
                </a:cubicBezTo>
                <a:cubicBezTo>
                  <a:pt x="166595" y="207459"/>
                  <a:pt x="180000" y="202009"/>
                  <a:pt x="191110" y="191110"/>
                </a:cubicBezTo>
                <a:close/>
                <a:moveTo>
                  <a:pt x="133274" y="168789"/>
                </a:moveTo>
                <a:cubicBezTo>
                  <a:pt x="128245" y="163760"/>
                  <a:pt x="125730" y="157789"/>
                  <a:pt x="125730" y="150876"/>
                </a:cubicBezTo>
                <a:cubicBezTo>
                  <a:pt x="125730" y="143963"/>
                  <a:pt x="128245" y="138093"/>
                  <a:pt x="133274" y="133274"/>
                </a:cubicBezTo>
                <a:cubicBezTo>
                  <a:pt x="138093" y="128245"/>
                  <a:pt x="143963" y="125730"/>
                  <a:pt x="150876" y="125730"/>
                </a:cubicBezTo>
                <a:cubicBezTo>
                  <a:pt x="157789" y="125730"/>
                  <a:pt x="163760" y="128245"/>
                  <a:pt x="168789" y="133274"/>
                </a:cubicBezTo>
                <a:cubicBezTo>
                  <a:pt x="173608" y="138093"/>
                  <a:pt x="176022" y="143963"/>
                  <a:pt x="176022" y="150876"/>
                </a:cubicBezTo>
                <a:cubicBezTo>
                  <a:pt x="176022" y="157789"/>
                  <a:pt x="173608" y="163760"/>
                  <a:pt x="168789" y="168789"/>
                </a:cubicBezTo>
                <a:cubicBezTo>
                  <a:pt x="163760" y="173608"/>
                  <a:pt x="157789" y="176022"/>
                  <a:pt x="150876" y="176022"/>
                </a:cubicBezTo>
                <a:cubicBezTo>
                  <a:pt x="143963" y="176022"/>
                  <a:pt x="138093" y="173608"/>
                  <a:pt x="133274" y="16878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750" dirty="0"/>
          </a:p>
        </p:txBody>
      </p:sp>
      <p:sp>
        <p:nvSpPr>
          <p:cNvPr id="172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69373"/>
                </a:moveTo>
                <a:cubicBezTo>
                  <a:pt x="127934" y="264344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928" y="264344"/>
                  <a:pt x="169109" y="269373"/>
                </a:cubicBezTo>
                <a:cubicBezTo>
                  <a:pt x="164080" y="274192"/>
                  <a:pt x="157999" y="276606"/>
                  <a:pt x="150876" y="276606"/>
                </a:cubicBezTo>
                <a:cubicBezTo>
                  <a:pt x="143753" y="276606"/>
                  <a:pt x="137782" y="274192"/>
                  <a:pt x="132963" y="269373"/>
                </a:cubicBezTo>
                <a:close/>
                <a:moveTo>
                  <a:pt x="109390" y="231654"/>
                </a:moveTo>
                <a:cubicBezTo>
                  <a:pt x="106665" y="231654"/>
                  <a:pt x="104461" y="230822"/>
                  <a:pt x="102788" y="229139"/>
                </a:cubicBezTo>
                <a:cubicBezTo>
                  <a:pt x="100895" y="227256"/>
                  <a:pt x="99953" y="224952"/>
                  <a:pt x="99953" y="222227"/>
                </a:cubicBezTo>
                <a:cubicBezTo>
                  <a:pt x="99953" y="219502"/>
                  <a:pt x="100895" y="217307"/>
                  <a:pt x="102788" y="215625"/>
                </a:cubicBezTo>
                <a:cubicBezTo>
                  <a:pt x="104461" y="213741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401" y="213741"/>
                  <a:pt x="199284" y="215625"/>
                </a:cubicBezTo>
                <a:cubicBezTo>
                  <a:pt x="200958" y="217307"/>
                  <a:pt x="201799" y="219502"/>
                  <a:pt x="201799" y="222227"/>
                </a:cubicBezTo>
                <a:cubicBezTo>
                  <a:pt x="201799" y="224952"/>
                  <a:pt x="200958" y="227256"/>
                  <a:pt x="199284" y="229139"/>
                </a:cubicBezTo>
                <a:cubicBezTo>
                  <a:pt x="197401" y="230822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800" y="173407"/>
                  <a:pt x="68836" y="159993"/>
                </a:cubicBezTo>
                <a:cubicBezTo>
                  <a:pt x="60661" y="146368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68"/>
                  <a:pt x="233227" y="159993"/>
                </a:cubicBezTo>
                <a:cubicBezTo>
                  <a:pt x="225262" y="173407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81" y="75648"/>
                  <a:pt x="204314" y="60981"/>
                </a:cubicBezTo>
                <a:cubicBezTo>
                  <a:pt x="189436" y="46104"/>
                  <a:pt x="171624" y="38661"/>
                  <a:pt x="150876" y="38661"/>
                </a:cubicBezTo>
                <a:cubicBezTo>
                  <a:pt x="130128" y="38661"/>
                  <a:pt x="112425" y="46104"/>
                  <a:pt x="97759" y="60981"/>
                </a:cubicBezTo>
                <a:cubicBezTo>
                  <a:pt x="82881" y="75648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750" dirty="0"/>
          </a:p>
        </p:txBody>
      </p:sp>
      <p:sp>
        <p:nvSpPr>
          <p:cNvPr id="174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642" y="127723"/>
                  <a:pt x="104040" y="120390"/>
                </a:cubicBezTo>
                <a:cubicBezTo>
                  <a:pt x="108228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92"/>
                  <a:pt x="195828" y="58467"/>
                </a:cubicBezTo>
                <a:cubicBezTo>
                  <a:pt x="178637" y="66431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72" y="124157"/>
                  <a:pt x="244547" y="107186"/>
                </a:cubicBezTo>
                <a:cubicBezTo>
                  <a:pt x="252512" y="90004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68" y="45162"/>
                  <a:pt x="255547" y="44952"/>
                </a:cubicBezTo>
                <a:cubicBezTo>
                  <a:pt x="254916" y="44742"/>
                  <a:pt x="254285" y="44632"/>
                  <a:pt x="253664" y="44632"/>
                </a:cubicBezTo>
                <a:close/>
                <a:moveTo>
                  <a:pt x="172876" y="108439"/>
                </a:moveTo>
                <a:cubicBezTo>
                  <a:pt x="172876" y="102157"/>
                  <a:pt x="174970" y="96917"/>
                  <a:pt x="179168" y="92729"/>
                </a:cubicBezTo>
                <a:cubicBezTo>
                  <a:pt x="183355" y="88532"/>
                  <a:pt x="188595" y="86438"/>
                  <a:pt x="194886" y="86438"/>
                </a:cubicBezTo>
                <a:cubicBezTo>
                  <a:pt x="200958" y="86438"/>
                  <a:pt x="206097" y="88532"/>
                  <a:pt x="210285" y="92729"/>
                </a:cubicBezTo>
                <a:cubicBezTo>
                  <a:pt x="214473" y="96917"/>
                  <a:pt x="216566" y="102157"/>
                  <a:pt x="216566" y="108439"/>
                </a:cubicBezTo>
                <a:cubicBezTo>
                  <a:pt x="216566" y="114519"/>
                  <a:pt x="214473" y="119649"/>
                  <a:pt x="210285" y="123846"/>
                </a:cubicBezTo>
                <a:cubicBezTo>
                  <a:pt x="206097" y="128034"/>
                  <a:pt x="200958" y="130128"/>
                  <a:pt x="194886" y="130128"/>
                </a:cubicBezTo>
                <a:cubicBezTo>
                  <a:pt x="188595" y="130128"/>
                  <a:pt x="183355" y="128034"/>
                  <a:pt x="179168" y="123846"/>
                </a:cubicBezTo>
                <a:cubicBezTo>
                  <a:pt x="174970" y="119649"/>
                  <a:pt x="172876" y="114519"/>
                  <a:pt x="172876" y="108439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57" y="194566"/>
                  <a:pt x="182624" y="198964"/>
                </a:cubicBezTo>
                <a:cubicBezTo>
                  <a:pt x="175080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71" y="85917"/>
                  <a:pt x="264664" y="108128"/>
                </a:cubicBezTo>
                <a:cubicBezTo>
                  <a:pt x="255438" y="130128"/>
                  <a:pt x="240981" y="150977"/>
                  <a:pt x="221285" y="170682"/>
                </a:cubicBezTo>
                <a:cubicBezTo>
                  <a:pt x="221074" y="170892"/>
                  <a:pt x="220864" y="171093"/>
                  <a:pt x="220654" y="171304"/>
                </a:cubicBezTo>
                <a:cubicBezTo>
                  <a:pt x="220444" y="171304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66" y="270635"/>
                  <a:pt x="169420" y="270004"/>
                </a:cubicBezTo>
                <a:cubicBezTo>
                  <a:pt x="166064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421" y="136941"/>
                  <a:pt x="33001" y="133585"/>
                </a:cubicBezTo>
                <a:cubicBezTo>
                  <a:pt x="32379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221"/>
                  <a:pt x="87380" y="76380"/>
                </a:cubicBezTo>
                <a:cubicBezTo>
                  <a:pt x="90315" y="75337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51"/>
                  <a:pt x="131701" y="82351"/>
                </a:cubicBezTo>
                <a:cubicBezTo>
                  <a:pt x="131911" y="82141"/>
                  <a:pt x="132122" y="81930"/>
                  <a:pt x="132332" y="81729"/>
                </a:cubicBezTo>
                <a:cubicBezTo>
                  <a:pt x="152028" y="62024"/>
                  <a:pt x="172876" y="47677"/>
                  <a:pt x="194886" y="38661"/>
                </a:cubicBezTo>
                <a:cubicBezTo>
                  <a:pt x="216887" y="29444"/>
                  <a:pt x="240981" y="25146"/>
                  <a:pt x="267179" y="25777"/>
                </a:cubicBezTo>
                <a:cubicBezTo>
                  <a:pt x="268431" y="25777"/>
                  <a:pt x="269693" y="26088"/>
                  <a:pt x="270946" y="26719"/>
                </a:cubicBezTo>
                <a:cubicBezTo>
                  <a:pt x="271997" y="27139"/>
                  <a:pt x="273040" y="27871"/>
                  <a:pt x="274091" y="28922"/>
                </a:cubicBezTo>
                <a:cubicBezTo>
                  <a:pt x="275143" y="29965"/>
                  <a:pt x="275975" y="31016"/>
                  <a:pt x="276606" y="32059"/>
                </a:cubicBezTo>
                <a:cubicBezTo>
                  <a:pt x="277027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76" y="188595"/>
                  <a:pt x="73865" y="188595"/>
                </a:cubicBezTo>
                <a:cubicBezTo>
                  <a:pt x="84344" y="188385"/>
                  <a:pt x="93251" y="191951"/>
                  <a:pt x="100584" y="199284"/>
                </a:cubicBezTo>
                <a:cubicBezTo>
                  <a:pt x="107917" y="206618"/>
                  <a:pt x="111584" y="215625"/>
                  <a:pt x="111584" y="226314"/>
                </a:cubicBezTo>
                <a:cubicBezTo>
                  <a:pt x="111374" y="236793"/>
                  <a:pt x="107607" y="245699"/>
                  <a:pt x="100273" y="253033"/>
                </a:cubicBezTo>
                <a:cubicBezTo>
                  <a:pt x="90425" y="262881"/>
                  <a:pt x="78684" y="268852"/>
                  <a:pt x="65069" y="270946"/>
                </a:cubicBezTo>
                <a:cubicBezTo>
                  <a:pt x="51234" y="272839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64"/>
                  <a:pt x="93040" y="226625"/>
                </a:cubicBezTo>
                <a:cubicBezTo>
                  <a:pt x="93040" y="221184"/>
                  <a:pt x="91157" y="216466"/>
                  <a:pt x="87380" y="212488"/>
                </a:cubicBezTo>
                <a:cubicBezTo>
                  <a:pt x="83402" y="208712"/>
                  <a:pt x="78794" y="206828"/>
                  <a:pt x="73554" y="206828"/>
                </a:cubicBezTo>
                <a:cubicBezTo>
                  <a:pt x="68105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750" dirty="0"/>
          </a:p>
        </p:txBody>
      </p:sp>
      <p:sp>
        <p:nvSpPr>
          <p:cNvPr id="176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713" y="186922"/>
                  <a:pt x="60040" y="183566"/>
                </a:cubicBezTo>
                <a:cubicBezTo>
                  <a:pt x="58147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86" y="284461"/>
                  <a:pt x="115672" y="285092"/>
                </a:cubicBezTo>
                <a:cubicBezTo>
                  <a:pt x="112947" y="285723"/>
                  <a:pt x="110432" y="285512"/>
                  <a:pt x="108128" y="284461"/>
                </a:cubicBezTo>
                <a:cubicBezTo>
                  <a:pt x="105824" y="283418"/>
                  <a:pt x="104040" y="281736"/>
                  <a:pt x="102788" y="279431"/>
                </a:cubicBezTo>
                <a:cubicBezTo>
                  <a:pt x="101316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750" dirty="0"/>
          </a:p>
        </p:txBody>
      </p:sp>
      <p:sp>
        <p:nvSpPr>
          <p:cNvPr id="178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214"/>
                  <a:pt x="55632" y="236372"/>
                </a:cubicBezTo>
                <a:cubicBezTo>
                  <a:pt x="52706" y="235321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92" y="192472"/>
                  <a:pt x="29233" y="189537"/>
                </a:cubicBezTo>
                <a:cubicBezTo>
                  <a:pt x="29864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67" y="159782"/>
                  <a:pt x="58467" y="157478"/>
                </a:cubicBezTo>
                <a:cubicBezTo>
                  <a:pt x="58256" y="154963"/>
                  <a:pt x="58147" y="152760"/>
                  <a:pt x="58147" y="150876"/>
                </a:cubicBezTo>
                <a:cubicBezTo>
                  <a:pt x="58147" y="148992"/>
                  <a:pt x="58256" y="146898"/>
                  <a:pt x="58467" y="144594"/>
                </a:cubicBezTo>
                <a:cubicBezTo>
                  <a:pt x="58467" y="142079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64" y="115150"/>
                  <a:pt x="29233" y="112215"/>
                </a:cubicBezTo>
                <a:cubicBezTo>
                  <a:pt x="28392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532"/>
                  <a:pt x="55632" y="65690"/>
                </a:cubicBezTo>
                <a:cubicBezTo>
                  <a:pt x="58567" y="64648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56" y="68205"/>
                  <a:pt x="198964" y="70720"/>
                </a:cubicBezTo>
                <a:cubicBezTo>
                  <a:pt x="203372" y="73024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85" y="64648"/>
                  <a:pt x="246120" y="65690"/>
                </a:cubicBezTo>
                <a:cubicBezTo>
                  <a:pt x="248845" y="66532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60" y="109390"/>
                  <a:pt x="272839" y="112526"/>
                </a:cubicBezTo>
                <a:cubicBezTo>
                  <a:pt x="271997" y="115461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95" y="141759"/>
                  <a:pt x="243605" y="144274"/>
                </a:cubicBezTo>
                <a:cubicBezTo>
                  <a:pt x="243605" y="146578"/>
                  <a:pt x="243605" y="148782"/>
                  <a:pt x="243605" y="150876"/>
                </a:cubicBezTo>
                <a:cubicBezTo>
                  <a:pt x="243605" y="152970"/>
                  <a:pt x="243605" y="155174"/>
                  <a:pt x="243605" y="157478"/>
                </a:cubicBezTo>
                <a:cubicBezTo>
                  <a:pt x="243395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97" y="186391"/>
                  <a:pt x="272839" y="189537"/>
                </a:cubicBezTo>
                <a:cubicBezTo>
                  <a:pt x="273460" y="192472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321"/>
                  <a:pt x="246120" y="236372"/>
                </a:cubicBezTo>
                <a:cubicBezTo>
                  <a:pt x="243185" y="237214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61" y="228618"/>
                  <a:pt x="198964" y="231343"/>
                </a:cubicBezTo>
                <a:cubicBezTo>
                  <a:pt x="194566" y="233858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624" y="218249"/>
                  <a:pt x="188906" y="214683"/>
                </a:cubicBezTo>
                <a:cubicBezTo>
                  <a:pt x="194987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89" y="164912"/>
                  <a:pt x="224110" y="161565"/>
                </a:cubicBezTo>
                <a:cubicBezTo>
                  <a:pt x="224531" y="157999"/>
                  <a:pt x="224741" y="154442"/>
                  <a:pt x="224741" y="150876"/>
                </a:cubicBezTo>
                <a:cubicBezTo>
                  <a:pt x="224741" y="147310"/>
                  <a:pt x="224531" y="143853"/>
                  <a:pt x="224110" y="140507"/>
                </a:cubicBezTo>
                <a:cubicBezTo>
                  <a:pt x="223699" y="136941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90004"/>
                  <a:pt x="189226" y="86438"/>
                </a:cubicBezTo>
                <a:cubicBezTo>
                  <a:pt x="183145" y="82671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918" y="83192"/>
                  <a:pt x="112846" y="86758"/>
                </a:cubicBezTo>
                <a:cubicBezTo>
                  <a:pt x="106555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73" y="136941"/>
                  <a:pt x="77953" y="140507"/>
                </a:cubicBezTo>
                <a:cubicBezTo>
                  <a:pt x="77322" y="143853"/>
                  <a:pt x="77011" y="147310"/>
                  <a:pt x="77011" y="150876"/>
                </a:cubicBezTo>
                <a:cubicBezTo>
                  <a:pt x="77011" y="154442"/>
                  <a:pt x="77322" y="157999"/>
                  <a:pt x="77953" y="161565"/>
                </a:cubicBezTo>
                <a:cubicBezTo>
                  <a:pt x="78373" y="164912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75" y="211126"/>
                  <a:pt x="113157" y="214683"/>
                </a:cubicBezTo>
                <a:cubicBezTo>
                  <a:pt x="119238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750" dirty="0"/>
          </a:p>
        </p:txBody>
      </p:sp>
      <p:sp>
        <p:nvSpPr>
          <p:cNvPr id="180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050" y="261208"/>
                </a:moveTo>
                <a:cubicBezTo>
                  <a:pt x="135157" y="259525"/>
                  <a:pt x="134216" y="257330"/>
                  <a:pt x="134216" y="254606"/>
                </a:cubicBezTo>
                <a:lnTo>
                  <a:pt x="134216" y="202741"/>
                </a:lnTo>
                <a:cubicBezTo>
                  <a:pt x="134216" y="200016"/>
                  <a:pt x="135157" y="197812"/>
                  <a:pt x="137050" y="196139"/>
                </a:cubicBezTo>
                <a:cubicBezTo>
                  <a:pt x="138724" y="194255"/>
                  <a:pt x="140918" y="193313"/>
                  <a:pt x="143643" y="193313"/>
                </a:cubicBezTo>
                <a:cubicBezTo>
                  <a:pt x="146368" y="193313"/>
                  <a:pt x="148672" y="194255"/>
                  <a:pt x="150565" y="196139"/>
                </a:cubicBezTo>
                <a:cubicBezTo>
                  <a:pt x="152238" y="197812"/>
                  <a:pt x="153080" y="200016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330" y="219401"/>
                  <a:pt x="259525" y="220343"/>
                  <a:pt x="261208" y="222227"/>
                </a:cubicBezTo>
                <a:cubicBezTo>
                  <a:pt x="263091" y="223900"/>
                  <a:pt x="264033" y="226104"/>
                  <a:pt x="264033" y="228829"/>
                </a:cubicBezTo>
                <a:cubicBezTo>
                  <a:pt x="264033" y="231554"/>
                  <a:pt x="263091" y="233858"/>
                  <a:pt x="261208" y="235741"/>
                </a:cubicBezTo>
                <a:cubicBezTo>
                  <a:pt x="259525" y="237424"/>
                  <a:pt x="257330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330"/>
                  <a:pt x="152138" y="259525"/>
                  <a:pt x="150245" y="261208"/>
                </a:cubicBezTo>
                <a:cubicBezTo>
                  <a:pt x="148572" y="263091"/>
                  <a:pt x="146368" y="264033"/>
                  <a:pt x="143643" y="264033"/>
                </a:cubicBezTo>
                <a:cubicBezTo>
                  <a:pt x="140918" y="264033"/>
                  <a:pt x="138724" y="263091"/>
                  <a:pt x="137050" y="261208"/>
                </a:cubicBezTo>
                <a:close/>
                <a:moveTo>
                  <a:pt x="47146" y="238256"/>
                </a:moveTo>
                <a:cubicBezTo>
                  <a:pt x="44422" y="238256"/>
                  <a:pt x="42227" y="237314"/>
                  <a:pt x="40544" y="235431"/>
                </a:cubicBezTo>
                <a:cubicBezTo>
                  <a:pt x="38661" y="233757"/>
                  <a:pt x="37719" y="231554"/>
                  <a:pt x="37719" y="228829"/>
                </a:cubicBezTo>
                <a:cubicBezTo>
                  <a:pt x="37719" y="226104"/>
                  <a:pt x="38661" y="223900"/>
                  <a:pt x="40544" y="222227"/>
                </a:cubicBezTo>
                <a:cubicBezTo>
                  <a:pt x="42227" y="220343"/>
                  <a:pt x="44422" y="219401"/>
                  <a:pt x="47146" y="219401"/>
                </a:cubicBezTo>
                <a:lnTo>
                  <a:pt x="105924" y="219401"/>
                </a:lnTo>
                <a:cubicBezTo>
                  <a:pt x="108649" y="219401"/>
                  <a:pt x="110853" y="220343"/>
                  <a:pt x="112526" y="222227"/>
                </a:cubicBezTo>
                <a:cubicBezTo>
                  <a:pt x="114419" y="223900"/>
                  <a:pt x="115361" y="226104"/>
                  <a:pt x="115361" y="228829"/>
                </a:cubicBezTo>
                <a:cubicBezTo>
                  <a:pt x="115361" y="231554"/>
                  <a:pt x="114419" y="233858"/>
                  <a:pt x="112526" y="235741"/>
                </a:cubicBezTo>
                <a:cubicBezTo>
                  <a:pt x="110853" y="237424"/>
                  <a:pt x="108649" y="238256"/>
                  <a:pt x="105924" y="238256"/>
                </a:cubicBezTo>
                <a:lnTo>
                  <a:pt x="47146" y="238256"/>
                </a:lnTo>
                <a:close/>
                <a:moveTo>
                  <a:pt x="99331" y="183255"/>
                </a:moveTo>
                <a:cubicBezTo>
                  <a:pt x="97438" y="181572"/>
                  <a:pt x="96497" y="179378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ubicBezTo>
                  <a:pt x="37719" y="148151"/>
                  <a:pt x="38661" y="145947"/>
                  <a:pt x="40544" y="144274"/>
                </a:cubicBezTo>
                <a:cubicBezTo>
                  <a:pt x="42227" y="142390"/>
                  <a:pt x="44422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52"/>
                  <a:pt x="97438" y="119549"/>
                  <a:pt x="99331" y="117875"/>
                </a:cubicBezTo>
                <a:cubicBezTo>
                  <a:pt x="101005" y="115982"/>
                  <a:pt x="103199" y="115041"/>
                  <a:pt x="105924" y="115041"/>
                </a:cubicBezTo>
                <a:cubicBezTo>
                  <a:pt x="108649" y="115041"/>
                  <a:pt x="110953" y="115982"/>
                  <a:pt x="112846" y="117875"/>
                </a:cubicBezTo>
                <a:cubicBezTo>
                  <a:pt x="114519" y="119549"/>
                  <a:pt x="115361" y="121752"/>
                  <a:pt x="115361" y="124477"/>
                </a:cubicBezTo>
                <a:lnTo>
                  <a:pt x="115361" y="176653"/>
                </a:lnTo>
                <a:cubicBezTo>
                  <a:pt x="115361" y="179378"/>
                  <a:pt x="114419" y="181572"/>
                  <a:pt x="112526" y="183255"/>
                </a:cubicBezTo>
                <a:cubicBezTo>
                  <a:pt x="110853" y="185139"/>
                  <a:pt x="108649" y="186080"/>
                  <a:pt x="105924" y="186080"/>
                </a:cubicBezTo>
                <a:cubicBezTo>
                  <a:pt x="103199" y="186080"/>
                  <a:pt x="101005" y="185139"/>
                  <a:pt x="99331" y="183255"/>
                </a:cubicBezTo>
                <a:close/>
                <a:moveTo>
                  <a:pt x="143643" y="160303"/>
                </a:moveTo>
                <a:cubicBezTo>
                  <a:pt x="140918" y="160303"/>
                  <a:pt x="138724" y="159362"/>
                  <a:pt x="137050" y="157478"/>
                </a:cubicBezTo>
                <a:cubicBezTo>
                  <a:pt x="135157" y="155805"/>
                  <a:pt x="134216" y="153601"/>
                  <a:pt x="134216" y="150876"/>
                </a:cubicBezTo>
                <a:cubicBezTo>
                  <a:pt x="134216" y="148151"/>
                  <a:pt x="135157" y="145947"/>
                  <a:pt x="137050" y="144274"/>
                </a:cubicBezTo>
                <a:cubicBezTo>
                  <a:pt x="138724" y="142390"/>
                  <a:pt x="140918" y="141449"/>
                  <a:pt x="143643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cubicBezTo>
                  <a:pt x="264033" y="153601"/>
                  <a:pt x="263091" y="155905"/>
                  <a:pt x="261208" y="157789"/>
                </a:cubicBezTo>
                <a:cubicBezTo>
                  <a:pt x="259525" y="159471"/>
                  <a:pt x="257330" y="160303"/>
                  <a:pt x="254606" y="160303"/>
                </a:cubicBezTo>
                <a:lnTo>
                  <a:pt x="143643" y="160303"/>
                </a:lnTo>
                <a:close/>
                <a:moveTo>
                  <a:pt x="189226" y="105613"/>
                </a:moveTo>
                <a:cubicBezTo>
                  <a:pt x="187342" y="103940"/>
                  <a:pt x="186391" y="101736"/>
                  <a:pt x="186391" y="99011"/>
                </a:cubicBezTo>
                <a:lnTo>
                  <a:pt x="186391" y="47146"/>
                </a:lnTo>
                <a:cubicBezTo>
                  <a:pt x="186391" y="44422"/>
                  <a:pt x="187342" y="42227"/>
                  <a:pt x="189226" y="40544"/>
                </a:cubicBezTo>
                <a:cubicBezTo>
                  <a:pt x="190899" y="38661"/>
                  <a:pt x="193103" y="37719"/>
                  <a:pt x="195828" y="37719"/>
                </a:cubicBezTo>
                <a:cubicBezTo>
                  <a:pt x="198553" y="37719"/>
                  <a:pt x="200857" y="38661"/>
                  <a:pt x="202741" y="40544"/>
                </a:cubicBezTo>
                <a:cubicBezTo>
                  <a:pt x="204414" y="42227"/>
                  <a:pt x="205255" y="44422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330" y="63496"/>
                  <a:pt x="259525" y="64438"/>
                  <a:pt x="261208" y="66321"/>
                </a:cubicBezTo>
                <a:cubicBezTo>
                  <a:pt x="263091" y="67995"/>
                  <a:pt x="264033" y="70198"/>
                  <a:pt x="264033" y="72923"/>
                </a:cubicBezTo>
                <a:cubicBezTo>
                  <a:pt x="264033" y="75648"/>
                  <a:pt x="263091" y="77953"/>
                  <a:pt x="261208" y="79836"/>
                </a:cubicBezTo>
                <a:cubicBezTo>
                  <a:pt x="259525" y="81519"/>
                  <a:pt x="257330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736"/>
                  <a:pt x="204314" y="103940"/>
                  <a:pt x="202430" y="105613"/>
                </a:cubicBezTo>
                <a:cubicBezTo>
                  <a:pt x="200747" y="107497"/>
                  <a:pt x="198553" y="108439"/>
                  <a:pt x="195828" y="108439"/>
                </a:cubicBezTo>
                <a:cubicBezTo>
                  <a:pt x="193103" y="108439"/>
                  <a:pt x="190899" y="107497"/>
                  <a:pt x="189226" y="105613"/>
                </a:cubicBezTo>
                <a:close/>
                <a:moveTo>
                  <a:pt x="47146" y="82351"/>
                </a:moveTo>
                <a:cubicBezTo>
                  <a:pt x="44422" y="82351"/>
                  <a:pt x="42227" y="81409"/>
                  <a:pt x="40544" y="79525"/>
                </a:cubicBezTo>
                <a:cubicBezTo>
                  <a:pt x="38661" y="77852"/>
                  <a:pt x="37719" y="75648"/>
                  <a:pt x="37719" y="72923"/>
                </a:cubicBezTo>
                <a:cubicBezTo>
                  <a:pt x="37719" y="70198"/>
                  <a:pt x="38661" y="67995"/>
                  <a:pt x="40544" y="66321"/>
                </a:cubicBezTo>
                <a:cubicBezTo>
                  <a:pt x="42227" y="64438"/>
                  <a:pt x="44422" y="63496"/>
                  <a:pt x="47146" y="63496"/>
                </a:cubicBezTo>
                <a:lnTo>
                  <a:pt x="158109" y="63496"/>
                </a:lnTo>
                <a:cubicBezTo>
                  <a:pt x="160834" y="63496"/>
                  <a:pt x="163028" y="64438"/>
                  <a:pt x="164711" y="66321"/>
                </a:cubicBezTo>
                <a:cubicBezTo>
                  <a:pt x="166595" y="67995"/>
                  <a:pt x="167536" y="70198"/>
                  <a:pt x="167536" y="72923"/>
                </a:cubicBezTo>
                <a:cubicBezTo>
                  <a:pt x="167536" y="75648"/>
                  <a:pt x="166595" y="77953"/>
                  <a:pt x="164711" y="79836"/>
                </a:cubicBezTo>
                <a:cubicBezTo>
                  <a:pt x="163028" y="81519"/>
                  <a:pt x="160834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750" dirty="0"/>
          </a:p>
        </p:txBody>
      </p:sp>
      <p:sp>
        <p:nvSpPr>
          <p:cNvPr id="182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811" y="250308"/>
                  <a:pt x="129506" y="248004"/>
                </a:cubicBezTo>
                <a:cubicBezTo>
                  <a:pt x="126992" y="245489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70" y="245489"/>
                  <a:pt x="172566" y="248004"/>
                </a:cubicBezTo>
                <a:cubicBezTo>
                  <a:pt x="170051" y="250308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750" dirty="0"/>
          </a:p>
        </p:txBody>
      </p:sp>
      <p:sp>
        <p:nvSpPr>
          <p:cNvPr id="184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86" y="198343"/>
                  <a:pt x="77011" y="190479"/>
                  <a:pt x="61292" y="174769"/>
                </a:cubicBezTo>
                <a:cubicBezTo>
                  <a:pt x="45574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76" y="37408"/>
                  <a:pt x="118497" y="37408"/>
                </a:cubicBezTo>
                <a:cubicBezTo>
                  <a:pt x="140717" y="37408"/>
                  <a:pt x="159682" y="45263"/>
                  <a:pt x="175391" y="60981"/>
                </a:cubicBezTo>
                <a:cubicBezTo>
                  <a:pt x="190899" y="76700"/>
                  <a:pt x="198653" y="95655"/>
                  <a:pt x="198653" y="117875"/>
                </a:cubicBezTo>
                <a:cubicBezTo>
                  <a:pt x="198653" y="126882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858"/>
                  <a:pt x="259946" y="247162"/>
                  <a:pt x="259946" y="249887"/>
                </a:cubicBezTo>
                <a:cubicBezTo>
                  <a:pt x="259946" y="252612"/>
                  <a:pt x="259004" y="254916"/>
                  <a:pt x="257120" y="256800"/>
                </a:cubicBezTo>
                <a:cubicBezTo>
                  <a:pt x="255236" y="258693"/>
                  <a:pt x="252923" y="259635"/>
                  <a:pt x="250207" y="259635"/>
                </a:cubicBezTo>
                <a:cubicBezTo>
                  <a:pt x="247482" y="259635"/>
                  <a:pt x="245178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99"/>
                  <a:pt x="145536" y="193935"/>
                </a:cubicBezTo>
                <a:cubicBezTo>
                  <a:pt x="137151" y="196870"/>
                  <a:pt x="128245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478" y="179478"/>
                  <a:pt x="149934" y="173507"/>
                  <a:pt x="161876" y="161565"/>
                </a:cubicBezTo>
                <a:cubicBezTo>
                  <a:pt x="173818" y="149413"/>
                  <a:pt x="179798" y="134847"/>
                  <a:pt x="179798" y="117875"/>
                </a:cubicBezTo>
                <a:cubicBezTo>
                  <a:pt x="179798" y="100895"/>
                  <a:pt x="173818" y="86438"/>
                  <a:pt x="161876" y="74496"/>
                </a:cubicBezTo>
                <a:cubicBezTo>
                  <a:pt x="149934" y="62344"/>
                  <a:pt x="135478" y="56263"/>
                  <a:pt x="118497" y="56263"/>
                </a:cubicBezTo>
                <a:cubicBezTo>
                  <a:pt x="101316" y="56263"/>
                  <a:pt x="86649" y="62344"/>
                  <a:pt x="74496" y="74496"/>
                </a:cubicBezTo>
                <a:cubicBezTo>
                  <a:pt x="62554" y="86438"/>
                  <a:pt x="56583" y="100895"/>
                  <a:pt x="56583" y="117875"/>
                </a:cubicBezTo>
                <a:cubicBezTo>
                  <a:pt x="56583" y="134847"/>
                  <a:pt x="62554" y="149413"/>
                  <a:pt x="74496" y="161565"/>
                </a:cubicBezTo>
                <a:cubicBezTo>
                  <a:pt x="86649" y="173507"/>
                  <a:pt x="101316" y="179478"/>
                  <a:pt x="118497" y="17947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750" dirty="0"/>
          </a:p>
        </p:txBody>
      </p:sp>
      <p:sp>
        <p:nvSpPr>
          <p:cNvPr id="186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17" y="276606"/>
                  <a:pt x="59509" y="274722"/>
                  <a:pt x="55952" y="270946"/>
                </a:cubicBezTo>
                <a:cubicBezTo>
                  <a:pt x="52176" y="267389"/>
                  <a:pt x="50292" y="262981"/>
                  <a:pt x="50292" y="257751"/>
                </a:cubicBezTo>
                <a:lnTo>
                  <a:pt x="50292" y="121332"/>
                </a:lnTo>
                <a:cubicBezTo>
                  <a:pt x="50292" y="116092"/>
                  <a:pt x="52176" y="111694"/>
                  <a:pt x="55952" y="108128"/>
                </a:cubicBezTo>
                <a:cubicBezTo>
                  <a:pt x="59509" y="104360"/>
                  <a:pt x="63917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42"/>
                  <a:pt x="97018" y="41697"/>
                  <a:pt x="108759" y="30175"/>
                </a:cubicBezTo>
                <a:cubicBezTo>
                  <a:pt x="120280" y="18443"/>
                  <a:pt x="134325" y="12573"/>
                  <a:pt x="150876" y="12573"/>
                </a:cubicBezTo>
                <a:cubicBezTo>
                  <a:pt x="167427" y="12573"/>
                  <a:pt x="181572" y="18443"/>
                  <a:pt x="193313" y="30175"/>
                </a:cubicBezTo>
                <a:cubicBezTo>
                  <a:pt x="204835" y="41697"/>
                  <a:pt x="210595" y="55742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835" y="102468"/>
                  <a:pt x="242243" y="104360"/>
                  <a:pt x="245800" y="108128"/>
                </a:cubicBezTo>
                <a:cubicBezTo>
                  <a:pt x="249576" y="111694"/>
                  <a:pt x="251460" y="116092"/>
                  <a:pt x="251460" y="121332"/>
                </a:cubicBezTo>
                <a:lnTo>
                  <a:pt x="251460" y="257751"/>
                </a:lnTo>
                <a:cubicBezTo>
                  <a:pt x="251460" y="262981"/>
                  <a:pt x="249576" y="267389"/>
                  <a:pt x="245800" y="270946"/>
                </a:cubicBezTo>
                <a:cubicBezTo>
                  <a:pt x="242243" y="274722"/>
                  <a:pt x="237835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167" y="206828"/>
                </a:moveTo>
                <a:cubicBezTo>
                  <a:pt x="172776" y="202220"/>
                  <a:pt x="175080" y="196660"/>
                  <a:pt x="175080" y="190168"/>
                </a:cubicBezTo>
                <a:cubicBezTo>
                  <a:pt x="175080" y="183877"/>
                  <a:pt x="172666" y="178226"/>
                  <a:pt x="167847" y="173197"/>
                </a:cubicBezTo>
                <a:cubicBezTo>
                  <a:pt x="163239" y="167957"/>
                  <a:pt x="157579" y="165333"/>
                  <a:pt x="150876" y="165333"/>
                </a:cubicBezTo>
                <a:cubicBezTo>
                  <a:pt x="144173" y="165333"/>
                  <a:pt x="138513" y="167957"/>
                  <a:pt x="133905" y="173197"/>
                </a:cubicBezTo>
                <a:cubicBezTo>
                  <a:pt x="129086" y="178226"/>
                  <a:pt x="126672" y="183986"/>
                  <a:pt x="126672" y="190479"/>
                </a:cubicBezTo>
                <a:cubicBezTo>
                  <a:pt x="126672" y="19677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437"/>
                  <a:pt x="168167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81"/>
                  <a:pt x="187754" y="51344"/>
                  <a:pt x="179798" y="43379"/>
                </a:cubicBezTo>
                <a:cubicBezTo>
                  <a:pt x="171834" y="35415"/>
                  <a:pt x="162196" y="31437"/>
                  <a:pt x="150876" y="31437"/>
                </a:cubicBezTo>
                <a:cubicBezTo>
                  <a:pt x="139565" y="31437"/>
                  <a:pt x="129918" y="35415"/>
                  <a:pt x="121963" y="43379"/>
                </a:cubicBezTo>
                <a:cubicBezTo>
                  <a:pt x="113998" y="51344"/>
                  <a:pt x="110011" y="60981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750" dirty="0"/>
          </a:p>
        </p:txBody>
      </p:sp>
      <p:sp>
        <p:nvSpPr>
          <p:cNvPr id="188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530" y="236372"/>
                  <a:pt x="206197" y="216887"/>
                </a:cubicBezTo>
                <a:cubicBezTo>
                  <a:pt x="220654" y="197190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57" y="142390"/>
                  <a:pt x="69467" y="144274"/>
                </a:cubicBezTo>
                <a:cubicBezTo>
                  <a:pt x="69467" y="145947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8051" y="275033"/>
                </a:moveTo>
                <a:cubicBezTo>
                  <a:pt x="146999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205"/>
                  <a:pt x="53748" y="65069"/>
                </a:cubicBezTo>
                <a:cubicBezTo>
                  <a:pt x="56053" y="61713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713"/>
                  <a:pt x="248004" y="65069"/>
                </a:cubicBezTo>
                <a:cubicBezTo>
                  <a:pt x="250308" y="682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883" y="275244"/>
                  <a:pt x="148051" y="27503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750" dirty="0"/>
          </a:p>
        </p:txBody>
      </p:sp>
      <p:sp>
        <p:nvSpPr>
          <p:cNvPr id="190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5006"/>
                  <a:pt x="96497" y="147730"/>
                </a:cubicBezTo>
                <a:cubicBezTo>
                  <a:pt x="96497" y="150455"/>
                  <a:pt x="97438" y="152760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30"/>
                  <a:pt x="204944" y="123426"/>
                  <a:pt x="204944" y="120701"/>
                </a:cubicBezTo>
                <a:cubicBezTo>
                  <a:pt x="204944" y="118186"/>
                  <a:pt x="204103" y="116092"/>
                  <a:pt x="202430" y="114419"/>
                </a:cubicBezTo>
                <a:cubicBezTo>
                  <a:pt x="200537" y="112736"/>
                  <a:pt x="198233" y="112005"/>
                  <a:pt x="195508" y="112215"/>
                </a:cubicBezTo>
                <a:cubicBezTo>
                  <a:pt x="192783" y="112215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30" y="275033"/>
                </a:moveTo>
                <a:cubicBezTo>
                  <a:pt x="146898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05"/>
                  <a:pt x="53748" y="64749"/>
                </a:cubicBezTo>
                <a:cubicBezTo>
                  <a:pt x="56053" y="61612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12"/>
                  <a:pt x="248004" y="64749"/>
                </a:cubicBezTo>
                <a:cubicBezTo>
                  <a:pt x="250308" y="681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76" y="233858"/>
                  <a:pt x="209974" y="211857"/>
                </a:cubicBezTo>
                <a:cubicBezTo>
                  <a:pt x="225061" y="189647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800" y="189647"/>
                  <a:pt x="92098" y="211857"/>
                </a:cubicBezTo>
                <a:cubicBezTo>
                  <a:pt x="107186" y="233858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750" dirty="0"/>
          </a:p>
        </p:txBody>
      </p:sp>
      <p:sp>
        <p:nvSpPr>
          <p:cNvPr id="192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303"/>
                  <a:pt x="297034" y="150565"/>
                </a:cubicBezTo>
                <a:cubicBezTo>
                  <a:pt x="297454" y="151608"/>
                  <a:pt x="297665" y="152760"/>
                  <a:pt x="297665" y="154022"/>
                </a:cubicBezTo>
                <a:cubicBezTo>
                  <a:pt x="297665" y="155274"/>
                  <a:pt x="297454" y="156426"/>
                  <a:pt x="297034" y="157478"/>
                </a:cubicBezTo>
                <a:cubicBezTo>
                  <a:pt x="296412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72" y="199175"/>
                  <a:pt x="246431" y="198964"/>
                </a:cubicBezTo>
                <a:cubicBezTo>
                  <a:pt x="245379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922" y="199074"/>
                  <a:pt x="197081" y="199284"/>
                </a:cubicBezTo>
                <a:cubicBezTo>
                  <a:pt x="196038" y="199495"/>
                  <a:pt x="194987" y="199595"/>
                  <a:pt x="193935" y="199595"/>
                </a:cubicBezTo>
                <a:cubicBezTo>
                  <a:pt x="192893" y="199595"/>
                  <a:pt x="191951" y="199495"/>
                  <a:pt x="191110" y="199284"/>
                </a:cubicBezTo>
                <a:cubicBezTo>
                  <a:pt x="190058" y="198864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918" y="206197"/>
                  <a:pt x="129817" y="214372"/>
                </a:cubicBezTo>
                <a:cubicBezTo>
                  <a:pt x="118497" y="222336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72"/>
                  <a:pt x="121643" y="195508"/>
                </a:cubicBezTo>
                <a:cubicBezTo>
                  <a:pt x="131911" y="187342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566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722" y="153701"/>
                </a:lnTo>
                <a:lnTo>
                  <a:pt x="274402" y="153391"/>
                </a:lnTo>
                <a:lnTo>
                  <a:pt x="274722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71"/>
                  <a:pt x="122584" y="107186"/>
                </a:cubicBezTo>
                <a:cubicBezTo>
                  <a:pt x="11252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750" dirty="0"/>
          </a:p>
        </p:txBody>
      </p:sp>
      <p:sp>
        <p:nvSpPr>
          <p:cNvPr id="194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905" y="182313"/>
                  <a:pt x="157789" y="184197"/>
                </a:cubicBezTo>
                <a:cubicBezTo>
                  <a:pt x="159471" y="185870"/>
                  <a:pt x="160303" y="188074"/>
                  <a:pt x="160303" y="190799"/>
                </a:cubicBezTo>
                <a:cubicBezTo>
                  <a:pt x="160303" y="193524"/>
                  <a:pt x="159471" y="195828"/>
                  <a:pt x="157789" y="197712"/>
                </a:cubicBezTo>
                <a:cubicBezTo>
                  <a:pt x="155905" y="199385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47" y="119549"/>
                  <a:pt x="144274" y="117875"/>
                </a:cubicBezTo>
                <a:cubicBezTo>
                  <a:pt x="142390" y="115982"/>
                  <a:pt x="141449" y="113678"/>
                  <a:pt x="141449" y="110953"/>
                </a:cubicBezTo>
                <a:cubicBezTo>
                  <a:pt x="141449" y="108228"/>
                  <a:pt x="142390" y="106034"/>
                  <a:pt x="144274" y="104360"/>
                </a:cubicBezTo>
                <a:cubicBezTo>
                  <a:pt x="145947" y="102468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750" dirty="0"/>
          </a:p>
        </p:txBody>
      </p:sp>
      <p:sp>
        <p:nvSpPr>
          <p:cNvPr id="196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87" y="160724"/>
                  <a:pt x="143332" y="164711"/>
                </a:cubicBezTo>
                <a:cubicBezTo>
                  <a:pt x="146267" y="168689"/>
                  <a:pt x="148782" y="172355"/>
                  <a:pt x="150876" y="175711"/>
                </a:cubicBezTo>
                <a:cubicBezTo>
                  <a:pt x="154442" y="170261"/>
                  <a:pt x="157999" y="165543"/>
                  <a:pt x="161565" y="161565"/>
                </a:cubicBezTo>
                <a:cubicBezTo>
                  <a:pt x="164912" y="157579"/>
                  <a:pt x="168167" y="154232"/>
                  <a:pt x="171304" y="151507"/>
                </a:cubicBezTo>
                <a:cubicBezTo>
                  <a:pt x="183465" y="141659"/>
                  <a:pt x="192262" y="129817"/>
                  <a:pt x="197712" y="115982"/>
                </a:cubicBezTo>
                <a:cubicBezTo>
                  <a:pt x="202951" y="101946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74" y="108228"/>
                  <a:pt x="215003" y="123526"/>
                </a:cubicBezTo>
                <a:cubicBezTo>
                  <a:pt x="208712" y="138614"/>
                  <a:pt x="198343" y="152760"/>
                  <a:pt x="183877" y="165964"/>
                </a:cubicBezTo>
                <a:cubicBezTo>
                  <a:pt x="174660" y="174349"/>
                  <a:pt x="168478" y="181993"/>
                  <a:pt x="165333" y="188906"/>
                </a:cubicBezTo>
                <a:cubicBezTo>
                  <a:pt x="161986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71" y="272208"/>
                  <a:pt x="157789" y="274091"/>
                </a:cubicBezTo>
                <a:cubicBezTo>
                  <a:pt x="155905" y="275765"/>
                  <a:pt x="153601" y="276606"/>
                  <a:pt x="150876" y="276606"/>
                </a:cubicBezTo>
                <a:cubicBezTo>
                  <a:pt x="148151" y="276606"/>
                  <a:pt x="145947" y="275765"/>
                  <a:pt x="144274" y="274091"/>
                </a:cubicBezTo>
                <a:cubicBezTo>
                  <a:pt x="142390" y="272208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626" y="92620"/>
                  <a:pt x="79214" y="85496"/>
                </a:cubicBezTo>
                <a:cubicBezTo>
                  <a:pt x="78584" y="78163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59"/>
                  <a:pt x="97759" y="82040"/>
                </a:cubicBezTo>
                <a:cubicBezTo>
                  <a:pt x="97969" y="87910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63" y="146898"/>
                  <a:pt x="95866" y="140818"/>
                </a:cubicBezTo>
                <a:cubicBezTo>
                  <a:pt x="91467" y="134536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750" dirty="0"/>
          </a:p>
        </p:txBody>
      </p:sp>
      <p:sp>
        <p:nvSpPr>
          <p:cNvPr id="198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309"/>
                  <a:pt x="68205" y="116513"/>
                  <a:pt x="66321" y="118186"/>
                </a:cubicBezTo>
                <a:cubicBezTo>
                  <a:pt x="64648" y="120070"/>
                  <a:pt x="62444" y="121012"/>
                  <a:pt x="59719" y="121012"/>
                </a:cubicBez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lnTo>
                  <a:pt x="50292" y="59719"/>
                </a:ln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11584" y="50292"/>
                </a:lnTo>
                <a:cubicBezTo>
                  <a:pt x="114309" y="50292"/>
                  <a:pt x="116513" y="51234"/>
                  <a:pt x="118186" y="53117"/>
                </a:cubicBezTo>
                <a:cubicBezTo>
                  <a:pt x="120070" y="54800"/>
                  <a:pt x="121012" y="56995"/>
                  <a:pt x="121012" y="59719"/>
                </a:cubicBezTo>
                <a:cubicBezTo>
                  <a:pt x="121012" y="62444"/>
                  <a:pt x="120070" y="64749"/>
                  <a:pt x="118186" y="66641"/>
                </a:cubicBezTo>
                <a:cubicBezTo>
                  <a:pt x="116513" y="68315"/>
                  <a:pt x="114309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26"/>
                  <a:pt x="159362" y="147730"/>
                </a:cubicBezTo>
                <a:cubicBezTo>
                  <a:pt x="160413" y="150245"/>
                  <a:pt x="160934" y="152760"/>
                  <a:pt x="160934" y="155274"/>
                </a:cubicBezTo>
                <a:lnTo>
                  <a:pt x="160934" y="242033"/>
                </a:lnTo>
                <a:cubicBezTo>
                  <a:pt x="160934" y="244757"/>
                  <a:pt x="159993" y="246952"/>
                  <a:pt x="158109" y="248635"/>
                </a:cubicBezTo>
                <a:cubicBezTo>
                  <a:pt x="156426" y="250518"/>
                  <a:pt x="154232" y="251460"/>
                  <a:pt x="151507" y="251460"/>
                </a:cubicBezTo>
                <a:cubicBezTo>
                  <a:pt x="148782" y="251460"/>
                  <a:pt x="146578" y="250518"/>
                  <a:pt x="144905" y="248635"/>
                </a:cubicBezTo>
                <a:cubicBezTo>
                  <a:pt x="143021" y="246952"/>
                  <a:pt x="142079" y="244757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13" y="132332"/>
                  <a:pt x="180109" y="133274"/>
                  <a:pt x="177595" y="133274"/>
                </a:cubicBezTo>
                <a:cubicBezTo>
                  <a:pt x="175080" y="133274"/>
                  <a:pt x="172876" y="132332"/>
                  <a:pt x="170993" y="130448"/>
                </a:cubicBezTo>
                <a:cubicBezTo>
                  <a:pt x="169109" y="128555"/>
                  <a:pt x="168167" y="126361"/>
                  <a:pt x="168167" y="123846"/>
                </a:cubicBezTo>
                <a:cubicBezTo>
                  <a:pt x="168167" y="121332"/>
                  <a:pt x="169109" y="119128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43" y="69156"/>
                  <a:pt x="185239" y="68205"/>
                  <a:pt x="183566" y="66321"/>
                </a:cubicBezTo>
                <a:cubicBezTo>
                  <a:pt x="181682" y="64648"/>
                  <a:pt x="180740" y="62444"/>
                  <a:pt x="180740" y="59719"/>
                </a:cubicBezTo>
                <a:cubicBezTo>
                  <a:pt x="180740" y="56995"/>
                  <a:pt x="181682" y="54800"/>
                  <a:pt x="183566" y="53117"/>
                </a:cubicBezTo>
                <a:cubicBezTo>
                  <a:pt x="185239" y="51234"/>
                  <a:pt x="187443" y="50292"/>
                  <a:pt x="190168" y="50292"/>
                </a:cubicBezTo>
                <a:lnTo>
                  <a:pt x="242033" y="50292"/>
                </a:lnTo>
                <a:cubicBezTo>
                  <a:pt x="244757" y="50292"/>
                  <a:pt x="246952" y="51234"/>
                  <a:pt x="248635" y="53117"/>
                </a:cubicBezTo>
                <a:cubicBezTo>
                  <a:pt x="250518" y="54800"/>
                  <a:pt x="251460" y="56995"/>
                  <a:pt x="251460" y="59719"/>
                </a:cubicBezTo>
                <a:lnTo>
                  <a:pt x="251460" y="111584"/>
                </a:lnTo>
                <a:cubicBezTo>
                  <a:pt x="251460" y="114309"/>
                  <a:pt x="250518" y="116513"/>
                  <a:pt x="248635" y="118186"/>
                </a:cubicBezTo>
                <a:cubicBezTo>
                  <a:pt x="246952" y="120070"/>
                  <a:pt x="244757" y="121012"/>
                  <a:pt x="242033" y="121012"/>
                </a:cubicBezTo>
                <a:cubicBezTo>
                  <a:pt x="239308" y="121012"/>
                  <a:pt x="237104" y="120070"/>
                  <a:pt x="235431" y="118186"/>
                </a:cubicBezTo>
                <a:cubicBezTo>
                  <a:pt x="233547" y="116513"/>
                  <a:pt x="232605" y="114309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750" dirty="0"/>
          </a:p>
        </p:txBody>
      </p:sp>
      <p:sp>
        <p:nvSpPr>
          <p:cNvPr id="200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750" dirty="0"/>
          </a:p>
        </p:txBody>
      </p:sp>
      <p:sp>
        <p:nvSpPr>
          <p:cNvPr id="202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576"/>
                </a:moveTo>
                <a:cubicBezTo>
                  <a:pt x="67583" y="240149"/>
                  <a:pt x="62865" y="228728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60" y="98591"/>
                  <a:pt x="44952" y="92729"/>
                </a:cubicBezTo>
                <a:cubicBezTo>
                  <a:pt x="40133" y="86649"/>
                  <a:pt x="37719" y="79836"/>
                  <a:pt x="37719" y="72292"/>
                </a:cubicBezTo>
                <a:cubicBezTo>
                  <a:pt x="37719" y="62655"/>
                  <a:pt x="41175" y="54480"/>
                  <a:pt x="48088" y="47777"/>
                </a:cubicBezTo>
                <a:cubicBezTo>
                  <a:pt x="54800" y="41075"/>
                  <a:pt x="62966" y="37719"/>
                  <a:pt x="72613" y="37719"/>
                </a:cubicBezTo>
                <a:cubicBezTo>
                  <a:pt x="82040" y="37719"/>
                  <a:pt x="90105" y="41075"/>
                  <a:pt x="96817" y="47777"/>
                </a:cubicBezTo>
                <a:cubicBezTo>
                  <a:pt x="103519" y="54480"/>
                  <a:pt x="106875" y="62655"/>
                  <a:pt x="106875" y="72292"/>
                </a:cubicBezTo>
                <a:cubicBezTo>
                  <a:pt x="106875" y="79836"/>
                  <a:pt x="104562" y="86649"/>
                  <a:pt x="99953" y="92729"/>
                </a:cubicBezTo>
                <a:cubicBezTo>
                  <a:pt x="95134" y="98591"/>
                  <a:pt x="89063" y="102888"/>
                  <a:pt x="81729" y="105613"/>
                </a:cubicBezTo>
                <a:lnTo>
                  <a:pt x="81729" y="215314"/>
                </a:lnTo>
                <a:cubicBezTo>
                  <a:pt x="81729" y="223489"/>
                  <a:pt x="84655" y="230502"/>
                  <a:pt x="90526" y="236372"/>
                </a:cubicBezTo>
                <a:cubicBezTo>
                  <a:pt x="96186" y="242243"/>
                  <a:pt x="103309" y="245178"/>
                  <a:pt x="111904" y="245178"/>
                </a:cubicBezTo>
                <a:cubicBezTo>
                  <a:pt x="120280" y="245178"/>
                  <a:pt x="127303" y="242243"/>
                  <a:pt x="132963" y="236372"/>
                </a:cubicBezTo>
                <a:cubicBezTo>
                  <a:pt x="138614" y="230502"/>
                  <a:pt x="141449" y="223489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301" y="203161"/>
                  <a:pt x="257120" y="209023"/>
                </a:cubicBezTo>
                <a:cubicBezTo>
                  <a:pt x="261729" y="215103"/>
                  <a:pt x="264033" y="221916"/>
                  <a:pt x="264033" y="229460"/>
                </a:cubicBezTo>
                <a:cubicBezTo>
                  <a:pt x="264033" y="238887"/>
                  <a:pt x="260677" y="247062"/>
                  <a:pt x="253975" y="253975"/>
                </a:cubicBezTo>
                <a:cubicBezTo>
                  <a:pt x="247272" y="260677"/>
                  <a:pt x="239097" y="264033"/>
                  <a:pt x="229460" y="264033"/>
                </a:cubicBezTo>
                <a:cubicBezTo>
                  <a:pt x="220032" y="264033"/>
                  <a:pt x="211958" y="260677"/>
                  <a:pt x="205255" y="253975"/>
                </a:cubicBezTo>
                <a:cubicBezTo>
                  <a:pt x="198343" y="247062"/>
                  <a:pt x="194886" y="238887"/>
                  <a:pt x="194886" y="229460"/>
                </a:cubicBezTo>
                <a:cubicBezTo>
                  <a:pt x="194886" y="221916"/>
                  <a:pt x="197291" y="215103"/>
                  <a:pt x="202110" y="209023"/>
                </a:cubicBezTo>
                <a:cubicBezTo>
                  <a:pt x="206718" y="202951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97" y="71040"/>
                  <a:pt x="211537" y="65380"/>
                </a:cubicBezTo>
                <a:cubicBezTo>
                  <a:pt x="205676" y="59509"/>
                  <a:pt x="198553" y="56583"/>
                  <a:pt x="190168" y="56583"/>
                </a:cubicBezTo>
                <a:cubicBezTo>
                  <a:pt x="181783" y="56583"/>
                  <a:pt x="174769" y="59509"/>
                  <a:pt x="169109" y="65380"/>
                </a:cubicBezTo>
                <a:cubicBezTo>
                  <a:pt x="163239" y="71040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28"/>
                  <a:pt x="155594" y="240149"/>
                  <a:pt x="146158" y="249576"/>
                </a:cubicBezTo>
                <a:cubicBezTo>
                  <a:pt x="136730" y="259214"/>
                  <a:pt x="125209" y="264033"/>
                  <a:pt x="111584" y="264033"/>
                </a:cubicBezTo>
                <a:cubicBezTo>
                  <a:pt x="97969" y="264033"/>
                  <a:pt x="86438" y="259214"/>
                  <a:pt x="77011" y="249576"/>
                </a:cubicBezTo>
                <a:close/>
                <a:moveTo>
                  <a:pt x="72613" y="88011"/>
                </a:moveTo>
                <a:cubicBezTo>
                  <a:pt x="76800" y="88011"/>
                  <a:pt x="80467" y="86438"/>
                  <a:pt x="83613" y="83293"/>
                </a:cubicBezTo>
                <a:cubicBezTo>
                  <a:pt x="86548" y="80156"/>
                  <a:pt x="88011" y="76490"/>
                  <a:pt x="88011" y="72292"/>
                </a:cubicBezTo>
                <a:cubicBezTo>
                  <a:pt x="88011" y="67894"/>
                  <a:pt x="86548" y="64227"/>
                  <a:pt x="83613" y="61292"/>
                </a:cubicBezTo>
                <a:cubicBezTo>
                  <a:pt x="80467" y="58147"/>
                  <a:pt x="76700" y="56583"/>
                  <a:pt x="72292" y="56583"/>
                </a:cubicBezTo>
                <a:cubicBezTo>
                  <a:pt x="68105" y="56583"/>
                  <a:pt x="64438" y="58046"/>
                  <a:pt x="61292" y="60981"/>
                </a:cubicBezTo>
                <a:cubicBezTo>
                  <a:pt x="58147" y="64127"/>
                  <a:pt x="56583" y="67894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205" y="88011"/>
                  <a:pt x="72613" y="88011"/>
                </a:cubicBezTo>
                <a:close/>
                <a:moveTo>
                  <a:pt x="229770" y="245178"/>
                </a:moveTo>
                <a:cubicBezTo>
                  <a:pt x="233958" y="245178"/>
                  <a:pt x="237634" y="243605"/>
                  <a:pt x="240771" y="240460"/>
                </a:cubicBezTo>
                <a:cubicBezTo>
                  <a:pt x="243706" y="237314"/>
                  <a:pt x="245178" y="233647"/>
                  <a:pt x="245178" y="229460"/>
                </a:cubicBezTo>
                <a:cubicBezTo>
                  <a:pt x="245178" y="225061"/>
                  <a:pt x="243706" y="221385"/>
                  <a:pt x="240771" y="218459"/>
                </a:cubicBezTo>
                <a:cubicBezTo>
                  <a:pt x="237634" y="215314"/>
                  <a:pt x="233858" y="213741"/>
                  <a:pt x="229460" y="213741"/>
                </a:cubicBezTo>
                <a:cubicBezTo>
                  <a:pt x="225262" y="213741"/>
                  <a:pt x="221596" y="215204"/>
                  <a:pt x="218459" y="218139"/>
                </a:cubicBezTo>
                <a:cubicBezTo>
                  <a:pt x="215314" y="221285"/>
                  <a:pt x="213741" y="225061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72" y="245178"/>
                  <a:pt x="229770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750" dirty="0"/>
          </a:p>
        </p:txBody>
      </p:sp>
      <p:sp>
        <p:nvSpPr>
          <p:cNvPr id="204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17" y="213741"/>
                  <a:pt x="59509" y="211857"/>
                  <a:pt x="55952" y="208081"/>
                </a:cubicBezTo>
                <a:cubicBezTo>
                  <a:pt x="52176" y="204524"/>
                  <a:pt x="50292" y="200116"/>
                  <a:pt x="50292" y="194886"/>
                </a:cubicBezTo>
                <a:lnTo>
                  <a:pt x="50292" y="69156"/>
                </a:lnTo>
                <a:cubicBezTo>
                  <a:pt x="50292" y="63917"/>
                  <a:pt x="52176" y="59509"/>
                  <a:pt x="55952" y="55952"/>
                </a:cubicBezTo>
                <a:cubicBezTo>
                  <a:pt x="59509" y="52176"/>
                  <a:pt x="63917" y="50292"/>
                  <a:pt x="69156" y="50292"/>
                </a:cubicBezTo>
                <a:lnTo>
                  <a:pt x="270324" y="50292"/>
                </a:lnTo>
                <a:cubicBezTo>
                  <a:pt x="275554" y="50292"/>
                  <a:pt x="279962" y="52176"/>
                  <a:pt x="283519" y="55952"/>
                </a:cubicBezTo>
                <a:cubicBezTo>
                  <a:pt x="287295" y="59509"/>
                  <a:pt x="289179" y="63917"/>
                  <a:pt x="289179" y="69156"/>
                </a:cubicBezTo>
                <a:lnTo>
                  <a:pt x="289179" y="194886"/>
                </a:lnTo>
                <a:cubicBezTo>
                  <a:pt x="289179" y="200116"/>
                  <a:pt x="287295" y="204524"/>
                  <a:pt x="283519" y="208081"/>
                </a:cubicBezTo>
                <a:cubicBezTo>
                  <a:pt x="279962" y="211857"/>
                  <a:pt x="275554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198" y="251460"/>
                  <a:pt x="21790" y="249576"/>
                  <a:pt x="18233" y="245800"/>
                </a:cubicBezTo>
                <a:cubicBezTo>
                  <a:pt x="14457" y="242243"/>
                  <a:pt x="12573" y="237835"/>
                  <a:pt x="12573" y="232605"/>
                </a:cubicBezTo>
                <a:lnTo>
                  <a:pt x="12573" y="97438"/>
                </a:lnTo>
                <a:cubicBezTo>
                  <a:pt x="12573" y="94714"/>
                  <a:pt x="13515" y="92519"/>
                  <a:pt x="15398" y="90836"/>
                </a:cubicBezTo>
                <a:cubicBezTo>
                  <a:pt x="17081" y="88953"/>
                  <a:pt x="19276" y="88011"/>
                  <a:pt x="22000" y="88011"/>
                </a:cubicBezTo>
                <a:cubicBezTo>
                  <a:pt x="24725" y="88011"/>
                  <a:pt x="27030" y="88953"/>
                  <a:pt x="28922" y="90836"/>
                </a:cubicBezTo>
                <a:cubicBezTo>
                  <a:pt x="30596" y="92519"/>
                  <a:pt x="31437" y="94714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57" y="232605"/>
                  <a:pt x="246952" y="233547"/>
                  <a:pt x="248635" y="235431"/>
                </a:cubicBezTo>
                <a:cubicBezTo>
                  <a:pt x="250518" y="237104"/>
                  <a:pt x="251460" y="239308"/>
                  <a:pt x="251460" y="242033"/>
                </a:cubicBezTo>
                <a:cubicBezTo>
                  <a:pt x="251460" y="244757"/>
                  <a:pt x="250518" y="247062"/>
                  <a:pt x="248635" y="248945"/>
                </a:cubicBezTo>
                <a:cubicBezTo>
                  <a:pt x="246952" y="250619"/>
                  <a:pt x="244757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750" dirty="0"/>
          </a:p>
        </p:txBody>
      </p:sp>
      <p:sp>
        <p:nvSpPr>
          <p:cNvPr id="206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67" y="263192"/>
                  <a:pt x="144594" y="261518"/>
                </a:cubicBezTo>
                <a:cubicBezTo>
                  <a:pt x="142701" y="259635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90" y="192573"/>
                  <a:pt x="111904" y="193624"/>
                </a:cubicBezTo>
                <a:cubicBezTo>
                  <a:pt x="114209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828" y="175391"/>
                  <a:pt x="179168" y="170362"/>
                </a:cubicBezTo>
                <a:cubicBezTo>
                  <a:pt x="173297" y="165333"/>
                  <a:pt x="162397" y="160203"/>
                  <a:pt x="146478" y="154963"/>
                </a:cubicBezTo>
                <a:cubicBezTo>
                  <a:pt x="131390" y="150144"/>
                  <a:pt x="120180" y="143753"/>
                  <a:pt x="112846" y="135788"/>
                </a:cubicBezTo>
                <a:cubicBezTo>
                  <a:pt x="105302" y="127824"/>
                  <a:pt x="101526" y="117875"/>
                  <a:pt x="101526" y="105924"/>
                </a:cubicBezTo>
                <a:cubicBezTo>
                  <a:pt x="101526" y="94403"/>
                  <a:pt x="105302" y="84765"/>
                  <a:pt x="112846" y="77011"/>
                </a:cubicBezTo>
                <a:cubicBezTo>
                  <a:pt x="120180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701" y="42227"/>
                  <a:pt x="144594" y="40544"/>
                </a:cubicBezTo>
                <a:cubicBezTo>
                  <a:pt x="146267" y="38661"/>
                  <a:pt x="148462" y="37719"/>
                  <a:pt x="151187" y="37719"/>
                </a:cubicBezTo>
                <a:cubicBezTo>
                  <a:pt x="153912" y="37719"/>
                  <a:pt x="156216" y="38661"/>
                  <a:pt x="158109" y="40544"/>
                </a:cubicBezTo>
                <a:cubicBezTo>
                  <a:pt x="159782" y="42227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70" y="67163"/>
                  <a:pt x="181051" y="70720"/>
                </a:cubicBezTo>
                <a:cubicBezTo>
                  <a:pt x="186922" y="74286"/>
                  <a:pt x="191841" y="78894"/>
                  <a:pt x="195828" y="84555"/>
                </a:cubicBezTo>
                <a:cubicBezTo>
                  <a:pt x="197291" y="86649"/>
                  <a:pt x="197602" y="88953"/>
                  <a:pt x="196770" y="91467"/>
                </a:cubicBezTo>
                <a:cubicBezTo>
                  <a:pt x="195928" y="93772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724" y="85597"/>
                  <a:pt x="167536" y="83924"/>
                </a:cubicBezTo>
                <a:cubicBezTo>
                  <a:pt x="163138" y="82040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70"/>
                  <a:pt x="129817" y="125099"/>
                </a:cubicBezTo>
                <a:cubicBezTo>
                  <a:pt x="136099" y="129918"/>
                  <a:pt x="147730" y="134947"/>
                  <a:pt x="164711" y="140187"/>
                </a:cubicBezTo>
                <a:cubicBezTo>
                  <a:pt x="178957" y="144594"/>
                  <a:pt x="189537" y="150977"/>
                  <a:pt x="196450" y="159362"/>
                </a:cubicBezTo>
                <a:cubicBezTo>
                  <a:pt x="203161" y="167536"/>
                  <a:pt x="206508" y="177906"/>
                  <a:pt x="206508" y="190479"/>
                </a:cubicBezTo>
                <a:cubicBezTo>
                  <a:pt x="206508" y="203683"/>
                  <a:pt x="202631" y="214372"/>
                  <a:pt x="194886" y="222547"/>
                </a:cubicBezTo>
                <a:cubicBezTo>
                  <a:pt x="187132" y="230502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82" y="259635"/>
                  <a:pt x="158109" y="261518"/>
                </a:cubicBezTo>
                <a:cubicBezTo>
                  <a:pt x="156216" y="263192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750" dirty="0"/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576"/>
                </a:moveTo>
                <a:cubicBezTo>
                  <a:pt x="158209" y="236683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72" y="219081"/>
                  <a:pt x="188906" y="212168"/>
                </a:cubicBezTo>
                <a:cubicBezTo>
                  <a:pt x="196038" y="205045"/>
                  <a:pt x="199595" y="196038"/>
                  <a:pt x="199595" y="185139"/>
                </a:cubicBezTo>
                <a:cubicBezTo>
                  <a:pt x="199595" y="174239"/>
                  <a:pt x="196660" y="165543"/>
                  <a:pt x="190799" y="159051"/>
                </a:cubicBezTo>
                <a:cubicBezTo>
                  <a:pt x="184718" y="152549"/>
                  <a:pt x="174349" y="146898"/>
                  <a:pt x="159682" y="142079"/>
                </a:cubicBezTo>
                <a:cubicBezTo>
                  <a:pt x="146478" y="137672"/>
                  <a:pt x="137462" y="133374"/>
                  <a:pt x="132643" y="129186"/>
                </a:cubicBezTo>
                <a:cubicBezTo>
                  <a:pt x="127614" y="124788"/>
                  <a:pt x="125099" y="119128"/>
                  <a:pt x="125099" y="112215"/>
                </a:cubicBezTo>
                <a:cubicBezTo>
                  <a:pt x="125099" y="105714"/>
                  <a:pt x="127513" y="100685"/>
                  <a:pt x="132332" y="97128"/>
                </a:cubicBezTo>
                <a:cubicBezTo>
                  <a:pt x="136941" y="93351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88" y="102888"/>
                  <a:pt x="191420" y="100584"/>
                </a:cubicBezTo>
                <a:cubicBezTo>
                  <a:pt x="192051" y="98280"/>
                  <a:pt x="191631" y="96186"/>
                  <a:pt x="190168" y="94302"/>
                </a:cubicBezTo>
                <a:cubicBezTo>
                  <a:pt x="186602" y="89273"/>
                  <a:pt x="182313" y="85286"/>
                  <a:pt x="177284" y="82351"/>
                </a:cubicBezTo>
                <a:cubicBezTo>
                  <a:pt x="172044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98" y="61813"/>
                  <a:pt x="145216" y="63496"/>
                </a:cubicBezTo>
                <a:cubicBezTo>
                  <a:pt x="143332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316" y="82351"/>
                  <a:pt x="117244" y="88642"/>
                </a:cubicBezTo>
                <a:cubicBezTo>
                  <a:pt x="110953" y="94924"/>
                  <a:pt x="107817" y="102788"/>
                  <a:pt x="107817" y="112215"/>
                </a:cubicBezTo>
                <a:cubicBezTo>
                  <a:pt x="107817" y="122484"/>
                  <a:pt x="110542" y="130659"/>
                  <a:pt x="115982" y="136730"/>
                </a:cubicBezTo>
                <a:cubicBezTo>
                  <a:pt x="121222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922"/>
                  <a:pt x="173818" y="202741"/>
                </a:cubicBezTo>
                <a:cubicBezTo>
                  <a:pt x="168167" y="207349"/>
                  <a:pt x="161245" y="209654"/>
                  <a:pt x="153080" y="209654"/>
                </a:cubicBezTo>
                <a:cubicBezTo>
                  <a:pt x="146158" y="209654"/>
                  <a:pt x="139876" y="207980"/>
                  <a:pt x="134216" y="204624"/>
                </a:cubicBezTo>
                <a:cubicBezTo>
                  <a:pt x="128345" y="201269"/>
                  <a:pt x="123846" y="196559"/>
                  <a:pt x="120701" y="190479"/>
                </a:cubicBezTo>
                <a:cubicBezTo>
                  <a:pt x="119649" y="188805"/>
                  <a:pt x="118287" y="187543"/>
                  <a:pt x="116613" y="186711"/>
                </a:cubicBezTo>
                <a:cubicBezTo>
                  <a:pt x="114730" y="185660"/>
                  <a:pt x="112846" y="185449"/>
                  <a:pt x="110953" y="186080"/>
                </a:cubicBezTo>
                <a:cubicBezTo>
                  <a:pt x="108228" y="187132"/>
                  <a:pt x="106454" y="188805"/>
                  <a:pt x="105613" y="191110"/>
                </a:cubicBezTo>
                <a:cubicBezTo>
                  <a:pt x="104562" y="193204"/>
                  <a:pt x="104772" y="195407"/>
                  <a:pt x="106244" y="197712"/>
                </a:cubicBezTo>
                <a:cubicBezTo>
                  <a:pt x="110432" y="204624"/>
                  <a:pt x="115461" y="210285"/>
                  <a:pt x="121332" y="214683"/>
                </a:cubicBezTo>
                <a:cubicBezTo>
                  <a:pt x="126992" y="218871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701" y="236894"/>
                  <a:pt x="144594" y="238576"/>
                </a:cubicBezTo>
                <a:cubicBezTo>
                  <a:pt x="146267" y="240249"/>
                  <a:pt x="148261" y="241091"/>
                  <a:pt x="150565" y="241091"/>
                </a:cubicBezTo>
                <a:cubicBezTo>
                  <a:pt x="152869" y="241091"/>
                  <a:pt x="154854" y="240249"/>
                  <a:pt x="156536" y="23857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750" dirty="0"/>
          </a:p>
        </p:txBody>
      </p:sp>
      <p:sp>
        <p:nvSpPr>
          <p:cNvPr id="210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807" y="262570"/>
                  <a:pt x="60040" y="259635"/>
                </a:cubicBezTo>
                <a:cubicBezTo>
                  <a:pt x="56053" y="256700"/>
                  <a:pt x="53438" y="253133"/>
                  <a:pt x="52176" y="248945"/>
                </a:cubicBezTo>
                <a:cubicBezTo>
                  <a:pt x="46936" y="230923"/>
                  <a:pt x="42538" y="215414"/>
                  <a:pt x="38981" y="202430"/>
                </a:cubicBezTo>
                <a:cubicBezTo>
                  <a:pt x="35625" y="189226"/>
                  <a:pt x="32900" y="177695"/>
                  <a:pt x="30806" y="167847"/>
                </a:cubicBezTo>
                <a:cubicBezTo>
                  <a:pt x="28712" y="157999"/>
                  <a:pt x="27240" y="149203"/>
                  <a:pt x="26408" y="141449"/>
                </a:cubicBezTo>
                <a:cubicBezTo>
                  <a:pt x="25567" y="133905"/>
                  <a:pt x="25146" y="126571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70051" y="36667"/>
                  <a:pt x="178847" y="32059"/>
                </a:cubicBezTo>
                <a:cubicBezTo>
                  <a:pt x="187443" y="27450"/>
                  <a:pt x="196980" y="25146"/>
                  <a:pt x="207459" y="25146"/>
                </a:cubicBezTo>
                <a:cubicBezTo>
                  <a:pt x="212689" y="25146"/>
                  <a:pt x="217197" y="27030"/>
                  <a:pt x="220974" y="30806"/>
                </a:cubicBezTo>
                <a:cubicBezTo>
                  <a:pt x="224531" y="34363"/>
                  <a:pt x="226314" y="38771"/>
                  <a:pt x="226314" y="44010"/>
                </a:cubicBezTo>
                <a:cubicBezTo>
                  <a:pt x="226314" y="45263"/>
                  <a:pt x="226213" y="46525"/>
                  <a:pt x="226003" y="47777"/>
                </a:cubicBezTo>
                <a:cubicBezTo>
                  <a:pt x="225582" y="49039"/>
                  <a:pt x="225162" y="50191"/>
                  <a:pt x="224741" y="51234"/>
                </a:cubicBezTo>
                <a:cubicBezTo>
                  <a:pt x="223900" y="53538"/>
                  <a:pt x="223168" y="55842"/>
                  <a:pt x="222547" y="58147"/>
                </a:cubicBezTo>
                <a:cubicBezTo>
                  <a:pt x="221705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903" y="94302"/>
                  <a:pt x="272098" y="95244"/>
                  <a:pt x="273781" y="97128"/>
                </a:cubicBezTo>
                <a:cubicBezTo>
                  <a:pt x="275664" y="98801"/>
                  <a:pt x="276606" y="101005"/>
                  <a:pt x="276606" y="103730"/>
                </a:cubicBezTo>
                <a:lnTo>
                  <a:pt x="276606" y="175080"/>
                </a:lnTo>
                <a:cubicBezTo>
                  <a:pt x="276606" y="177174"/>
                  <a:pt x="276085" y="179058"/>
                  <a:pt x="275033" y="180740"/>
                </a:cubicBezTo>
                <a:cubicBezTo>
                  <a:pt x="273781" y="182414"/>
                  <a:pt x="272098" y="183566"/>
                  <a:pt x="270004" y="184197"/>
                </a:cubicBezTo>
                <a:lnTo>
                  <a:pt x="241091" y="193624"/>
                </a:lnTo>
                <a:lnTo>
                  <a:pt x="224110" y="250518"/>
                </a:lnTo>
                <a:cubicBezTo>
                  <a:pt x="222858" y="254706"/>
                  <a:pt x="220553" y="257952"/>
                  <a:pt x="217197" y="260266"/>
                </a:cubicBezTo>
                <a:cubicBezTo>
                  <a:pt x="213842" y="262780"/>
                  <a:pt x="210074" y="264033"/>
                  <a:pt x="205886" y="264033"/>
                </a:cubicBezTo>
                <a:lnTo>
                  <a:pt x="169740" y="264033"/>
                </a:lnTo>
                <a:cubicBezTo>
                  <a:pt x="164501" y="264033"/>
                  <a:pt x="160093" y="262149"/>
                  <a:pt x="156536" y="258373"/>
                </a:cubicBezTo>
                <a:cubicBezTo>
                  <a:pt x="152760" y="254816"/>
                  <a:pt x="150876" y="250408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408"/>
                  <a:pt x="123846" y="254816"/>
                  <a:pt x="120070" y="258373"/>
                </a:cubicBezTo>
                <a:cubicBezTo>
                  <a:pt x="116513" y="262149"/>
                  <a:pt x="112105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2009" y="65069"/>
                  <a:pt x="203052" y="60040"/>
                </a:cubicBezTo>
                <a:cubicBezTo>
                  <a:pt x="203893" y="54800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67" y="69156"/>
                  <a:pt x="68626" y="74076"/>
                  <a:pt x="58778" y="83924"/>
                </a:cubicBezTo>
                <a:cubicBezTo>
                  <a:pt x="48930" y="93772"/>
                  <a:pt x="44010" y="105613"/>
                  <a:pt x="44010" y="119448"/>
                </a:cubicBezTo>
                <a:cubicBezTo>
                  <a:pt x="44010" y="128245"/>
                  <a:pt x="46314" y="143643"/>
                  <a:pt x="50923" y="165653"/>
                </a:cubicBezTo>
                <a:cubicBezTo>
                  <a:pt x="55532" y="187443"/>
                  <a:pt x="62133" y="213951"/>
                  <a:pt x="70720" y="245178"/>
                </a:cubicBezTo>
                <a:close/>
                <a:moveTo>
                  <a:pt x="210285" y="134847"/>
                </a:moveTo>
                <a:cubicBezTo>
                  <a:pt x="212589" y="132332"/>
                  <a:pt x="213741" y="129296"/>
                  <a:pt x="213741" y="125730"/>
                </a:cubicBezTo>
                <a:cubicBezTo>
                  <a:pt x="213741" y="122164"/>
                  <a:pt x="212589" y="119238"/>
                  <a:pt x="210285" y="116933"/>
                </a:cubicBezTo>
                <a:cubicBezTo>
                  <a:pt x="207770" y="114419"/>
                  <a:pt x="204734" y="113157"/>
                  <a:pt x="201168" y="113157"/>
                </a:cubicBezTo>
                <a:cubicBezTo>
                  <a:pt x="197602" y="113157"/>
                  <a:pt x="194676" y="114419"/>
                  <a:pt x="192371" y="116933"/>
                </a:cubicBezTo>
                <a:cubicBezTo>
                  <a:pt x="189857" y="119238"/>
                  <a:pt x="188595" y="122164"/>
                  <a:pt x="188595" y="125730"/>
                </a:cubicBezTo>
                <a:cubicBezTo>
                  <a:pt x="188595" y="129296"/>
                  <a:pt x="189857" y="132332"/>
                  <a:pt x="192371" y="134847"/>
                </a:cubicBezTo>
                <a:cubicBezTo>
                  <a:pt x="194676" y="137151"/>
                  <a:pt x="197602" y="138303"/>
                  <a:pt x="201168" y="138303"/>
                </a:cubicBezTo>
                <a:cubicBezTo>
                  <a:pt x="204734" y="138303"/>
                  <a:pt x="207770" y="137151"/>
                  <a:pt x="210285" y="134847"/>
                </a:cubicBezTo>
                <a:close/>
                <a:moveTo>
                  <a:pt x="154022" y="106875"/>
                </a:moveTo>
                <a:cubicBezTo>
                  <a:pt x="156746" y="106875"/>
                  <a:pt x="158941" y="105924"/>
                  <a:pt x="160624" y="104040"/>
                </a:cubicBezTo>
                <a:cubicBezTo>
                  <a:pt x="162507" y="102367"/>
                  <a:pt x="163449" y="100163"/>
                  <a:pt x="163449" y="97438"/>
                </a:cubicBezTo>
                <a:cubicBezTo>
                  <a:pt x="163449" y="94714"/>
                  <a:pt x="162507" y="92519"/>
                  <a:pt x="160624" y="90836"/>
                </a:cubicBezTo>
                <a:cubicBezTo>
                  <a:pt x="158941" y="88953"/>
                  <a:pt x="156746" y="88011"/>
                  <a:pt x="154022" y="88011"/>
                </a:cubicBezTo>
                <a:lnTo>
                  <a:pt x="110011" y="88011"/>
                </a:lnTo>
                <a:cubicBezTo>
                  <a:pt x="107287" y="88011"/>
                  <a:pt x="105092" y="88953"/>
                  <a:pt x="103409" y="90836"/>
                </a:cubicBezTo>
                <a:cubicBezTo>
                  <a:pt x="101526" y="92519"/>
                  <a:pt x="100584" y="94714"/>
                  <a:pt x="100584" y="97438"/>
                </a:cubicBezTo>
                <a:cubicBezTo>
                  <a:pt x="100584" y="100163"/>
                  <a:pt x="101526" y="102468"/>
                  <a:pt x="103409" y="104360"/>
                </a:cubicBezTo>
                <a:cubicBezTo>
                  <a:pt x="105092" y="106034"/>
                  <a:pt x="107287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750" dirty="0"/>
          </a:p>
        </p:txBody>
      </p:sp>
      <p:sp>
        <p:nvSpPr>
          <p:cNvPr id="212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51"/>
                  <a:pt x="67583" y="123947"/>
                  <a:pt x="69467" y="122274"/>
                </a:cubicBezTo>
                <a:cubicBezTo>
                  <a:pt x="71140" y="120390"/>
                  <a:pt x="73344" y="119448"/>
                  <a:pt x="76069" y="119448"/>
                </a:cubicBezTo>
                <a:cubicBezTo>
                  <a:pt x="78794" y="119448"/>
                  <a:pt x="81098" y="120390"/>
                  <a:pt x="82982" y="122274"/>
                </a:cubicBezTo>
                <a:cubicBezTo>
                  <a:pt x="84655" y="123947"/>
                  <a:pt x="85496" y="126151"/>
                  <a:pt x="85496" y="128876"/>
                </a:cubicBezTo>
                <a:lnTo>
                  <a:pt x="85496" y="216566"/>
                </a:lnTo>
                <a:cubicBezTo>
                  <a:pt x="85496" y="219291"/>
                  <a:pt x="84555" y="221495"/>
                  <a:pt x="82671" y="223168"/>
                </a:cubicBezTo>
                <a:cubicBezTo>
                  <a:pt x="80988" y="225061"/>
                  <a:pt x="78794" y="226003"/>
                  <a:pt x="76069" y="226003"/>
                </a:cubicBezTo>
                <a:cubicBezTo>
                  <a:pt x="73344" y="226003"/>
                  <a:pt x="71140" y="225061"/>
                  <a:pt x="69467" y="223168"/>
                </a:cubicBezTo>
                <a:cubicBezTo>
                  <a:pt x="67583" y="221495"/>
                  <a:pt x="66641" y="219291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51"/>
                  <a:pt x="143643" y="123947"/>
                  <a:pt x="145536" y="122274"/>
                </a:cubicBezTo>
                <a:cubicBezTo>
                  <a:pt x="147209" y="120390"/>
                  <a:pt x="149413" y="119448"/>
                  <a:pt x="152138" y="119448"/>
                </a:cubicBezTo>
                <a:cubicBezTo>
                  <a:pt x="154854" y="119448"/>
                  <a:pt x="157167" y="120390"/>
                  <a:pt x="159051" y="122274"/>
                </a:cubicBezTo>
                <a:cubicBezTo>
                  <a:pt x="160724" y="123947"/>
                  <a:pt x="161565" y="126151"/>
                  <a:pt x="161565" y="128876"/>
                </a:cubicBezTo>
                <a:lnTo>
                  <a:pt x="161565" y="216566"/>
                </a:lnTo>
                <a:cubicBezTo>
                  <a:pt x="161565" y="219291"/>
                  <a:pt x="160624" y="221495"/>
                  <a:pt x="158731" y="223168"/>
                </a:cubicBezTo>
                <a:cubicBezTo>
                  <a:pt x="157057" y="225061"/>
                  <a:pt x="154854" y="226003"/>
                  <a:pt x="152138" y="226003"/>
                </a:cubicBezTo>
                <a:cubicBezTo>
                  <a:pt x="149413" y="226003"/>
                  <a:pt x="147209" y="225061"/>
                  <a:pt x="145536" y="223168"/>
                </a:cubicBezTo>
                <a:cubicBezTo>
                  <a:pt x="143643" y="221495"/>
                  <a:pt x="142701" y="219291"/>
                  <a:pt x="142701" y="216566"/>
                </a:cubicBezTo>
                <a:close/>
                <a:moveTo>
                  <a:pt x="34573" y="263722"/>
                </a:moveTo>
                <a:cubicBezTo>
                  <a:pt x="31849" y="263722"/>
                  <a:pt x="29654" y="262780"/>
                  <a:pt x="27971" y="260887"/>
                </a:cubicBezTo>
                <a:cubicBezTo>
                  <a:pt x="26088" y="259214"/>
                  <a:pt x="25146" y="257010"/>
                  <a:pt x="25146" y="254285"/>
                </a:cubicBezTo>
                <a:cubicBezTo>
                  <a:pt x="25146" y="251561"/>
                  <a:pt x="26088" y="249366"/>
                  <a:pt x="27971" y="247693"/>
                </a:cubicBezTo>
                <a:cubicBezTo>
                  <a:pt x="29654" y="245800"/>
                  <a:pt x="31849" y="244858"/>
                  <a:pt x="34573" y="244858"/>
                </a:cubicBezTo>
                <a:lnTo>
                  <a:pt x="267179" y="244858"/>
                </a:lnTo>
                <a:cubicBezTo>
                  <a:pt x="269903" y="244858"/>
                  <a:pt x="272098" y="245800"/>
                  <a:pt x="273781" y="247693"/>
                </a:cubicBezTo>
                <a:cubicBezTo>
                  <a:pt x="275664" y="249366"/>
                  <a:pt x="276606" y="251561"/>
                  <a:pt x="276606" y="254285"/>
                </a:cubicBezTo>
                <a:cubicBezTo>
                  <a:pt x="276606" y="257010"/>
                  <a:pt x="275664" y="259315"/>
                  <a:pt x="273781" y="261208"/>
                </a:cubicBezTo>
                <a:cubicBezTo>
                  <a:pt x="272098" y="262881"/>
                  <a:pt x="269903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51"/>
                  <a:pt x="217197" y="123947"/>
                  <a:pt x="219081" y="122274"/>
                </a:cubicBezTo>
                <a:cubicBezTo>
                  <a:pt x="220764" y="120390"/>
                  <a:pt x="222958" y="119448"/>
                  <a:pt x="225683" y="119448"/>
                </a:cubicBezTo>
                <a:cubicBezTo>
                  <a:pt x="228408" y="119448"/>
                  <a:pt x="230712" y="120390"/>
                  <a:pt x="232605" y="122274"/>
                </a:cubicBezTo>
                <a:cubicBezTo>
                  <a:pt x="234278" y="123947"/>
                  <a:pt x="235120" y="126151"/>
                  <a:pt x="235120" y="128876"/>
                </a:cubicBezTo>
                <a:lnTo>
                  <a:pt x="235120" y="216566"/>
                </a:lnTo>
                <a:cubicBezTo>
                  <a:pt x="235120" y="219291"/>
                  <a:pt x="234169" y="221495"/>
                  <a:pt x="232285" y="223168"/>
                </a:cubicBezTo>
                <a:cubicBezTo>
                  <a:pt x="230612" y="225061"/>
                  <a:pt x="228408" y="226003"/>
                  <a:pt x="225683" y="226003"/>
                </a:cubicBezTo>
                <a:cubicBezTo>
                  <a:pt x="222958" y="226003"/>
                  <a:pt x="220764" y="225061"/>
                  <a:pt x="219081" y="223168"/>
                </a:cubicBezTo>
                <a:cubicBezTo>
                  <a:pt x="217197" y="221495"/>
                  <a:pt x="216256" y="219291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276" y="100584"/>
                  <a:pt x="28602" y="99852"/>
                  <a:pt x="27350" y="98380"/>
                </a:cubicBezTo>
                <a:cubicBezTo>
                  <a:pt x="25878" y="97128"/>
                  <a:pt x="25146" y="95454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67" y="85597"/>
                  <a:pt x="26408" y="84555"/>
                </a:cubicBezTo>
                <a:cubicBezTo>
                  <a:pt x="27030" y="83293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384" y="15929"/>
                  <a:pt x="147520" y="15088"/>
                  <a:pt x="150876" y="15088"/>
                </a:cubicBezTo>
                <a:cubicBezTo>
                  <a:pt x="154232" y="15088"/>
                  <a:pt x="157368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823" y="83293"/>
                  <a:pt x="275664" y="84555"/>
                </a:cubicBezTo>
                <a:cubicBezTo>
                  <a:pt x="276295" y="85807"/>
                  <a:pt x="276606" y="87279"/>
                  <a:pt x="276606" y="88953"/>
                </a:cubicBezTo>
                <a:lnTo>
                  <a:pt x="276606" y="92098"/>
                </a:lnTo>
                <a:cubicBezTo>
                  <a:pt x="276606" y="94403"/>
                  <a:pt x="275874" y="96396"/>
                  <a:pt x="274402" y="98069"/>
                </a:cubicBezTo>
                <a:cubicBezTo>
                  <a:pt x="272729" y="99743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750" dirty="0"/>
          </a:p>
        </p:txBody>
      </p:sp>
      <p:sp>
        <p:nvSpPr>
          <p:cNvPr id="214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108439"/>
                </a:lnTo>
                <a:cubicBezTo>
                  <a:pt x="37719" y="103199"/>
                  <a:pt x="39603" y="98801"/>
                  <a:pt x="43379" y="95244"/>
                </a:cubicBezTo>
                <a:cubicBezTo>
                  <a:pt x="46936" y="91467"/>
                  <a:pt x="51344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44"/>
                  <a:pt x="91467" y="46936"/>
                  <a:pt x="95244" y="43379"/>
                </a:cubicBezTo>
                <a:cubicBezTo>
                  <a:pt x="98801" y="39603"/>
                  <a:pt x="103199" y="37719"/>
                  <a:pt x="108439" y="37719"/>
                </a:cubicBezTo>
                <a:lnTo>
                  <a:pt x="193313" y="37719"/>
                </a:lnTo>
                <a:cubicBezTo>
                  <a:pt x="198553" y="37719"/>
                  <a:pt x="202951" y="39603"/>
                  <a:pt x="206508" y="43379"/>
                </a:cubicBezTo>
                <a:cubicBezTo>
                  <a:pt x="210285" y="46936"/>
                  <a:pt x="212168" y="51344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408" y="141449"/>
                  <a:pt x="254816" y="143332"/>
                  <a:pt x="258373" y="147109"/>
                </a:cubicBezTo>
                <a:cubicBezTo>
                  <a:pt x="262149" y="150666"/>
                  <a:pt x="264033" y="155064"/>
                  <a:pt x="264033" y="16030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750" dirty="0"/>
          </a:p>
        </p:txBody>
      </p:sp>
      <p:sp>
        <p:nvSpPr>
          <p:cNvPr id="216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162" y="160303"/>
                  <a:pt x="233958" y="159362"/>
                  <a:pt x="232285" y="157478"/>
                </a:cubicBezTo>
                <a:cubicBezTo>
                  <a:pt x="230401" y="155805"/>
                  <a:pt x="229460" y="153601"/>
                  <a:pt x="229460" y="150876"/>
                </a:cubicBezTo>
                <a:cubicBezTo>
                  <a:pt x="229460" y="148151"/>
                  <a:pt x="230401" y="145947"/>
                  <a:pt x="232285" y="144274"/>
                </a:cubicBezTo>
                <a:cubicBezTo>
                  <a:pt x="233958" y="142390"/>
                  <a:pt x="236162" y="141449"/>
                  <a:pt x="238887" y="141449"/>
                </a:cubicBezTo>
                <a:lnTo>
                  <a:pt x="267179" y="141449"/>
                </a:lnTo>
                <a:cubicBezTo>
                  <a:pt x="269903" y="141449"/>
                  <a:pt x="272098" y="142390"/>
                  <a:pt x="273781" y="144274"/>
                </a:cubicBezTo>
                <a:cubicBezTo>
                  <a:pt x="275664" y="145947"/>
                  <a:pt x="276606" y="148151"/>
                  <a:pt x="276606" y="150876"/>
                </a:cubicBezTo>
                <a:cubicBezTo>
                  <a:pt x="276606" y="153601"/>
                  <a:pt x="275664" y="155905"/>
                  <a:pt x="273781" y="157789"/>
                </a:cubicBezTo>
                <a:cubicBezTo>
                  <a:pt x="272098" y="159471"/>
                  <a:pt x="269903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66" y="212278"/>
                  <a:pt x="219081" y="211857"/>
                </a:cubicBezTo>
                <a:cubicBezTo>
                  <a:pt x="221596" y="211437"/>
                  <a:pt x="223900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89"/>
                  <a:pt x="252722" y="237003"/>
                </a:cubicBezTo>
                <a:cubicBezTo>
                  <a:pt x="253133" y="239518"/>
                  <a:pt x="252512" y="241822"/>
                  <a:pt x="250829" y="243916"/>
                </a:cubicBezTo>
                <a:cubicBezTo>
                  <a:pt x="249156" y="246010"/>
                  <a:pt x="247062" y="247272"/>
                  <a:pt x="244547" y="247693"/>
                </a:cubicBezTo>
                <a:cubicBezTo>
                  <a:pt x="242033" y="248104"/>
                  <a:pt x="239728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61"/>
                  <a:pt x="210916" y="222547"/>
                </a:cubicBezTo>
                <a:cubicBezTo>
                  <a:pt x="210495" y="220032"/>
                  <a:pt x="211126" y="217719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851" y="89373"/>
                  <a:pt x="222547" y="90004"/>
                  <a:pt x="220032" y="89584"/>
                </a:cubicBezTo>
                <a:cubicBezTo>
                  <a:pt x="217517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28" y="54270"/>
                  <a:pt x="242033" y="53648"/>
                  <a:pt x="244547" y="54068"/>
                </a:cubicBezTo>
                <a:cubicBezTo>
                  <a:pt x="247062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771" y="188595"/>
                  <a:pt x="34363" y="186711"/>
                  <a:pt x="30806" y="182935"/>
                </a:cubicBezTo>
                <a:cubicBezTo>
                  <a:pt x="27030" y="179378"/>
                  <a:pt x="25146" y="174970"/>
                  <a:pt x="25146" y="169740"/>
                </a:cubicBez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40"/>
                  <a:pt x="158731" y="83924"/>
                </a:cubicBezTo>
                <a:cubicBezTo>
                  <a:pt x="161876" y="85807"/>
                  <a:pt x="163449" y="88532"/>
                  <a:pt x="163449" y="92098"/>
                </a:cubicBezTo>
                <a:lnTo>
                  <a:pt x="163449" y="209654"/>
                </a:lnTo>
                <a:cubicBezTo>
                  <a:pt x="163449" y="213220"/>
                  <a:pt x="161876" y="215945"/>
                  <a:pt x="158731" y="217828"/>
                </a:cubicBezTo>
                <a:cubicBezTo>
                  <a:pt x="155594" y="219712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84"/>
                  <a:pt x="83924" y="234379"/>
                  <a:pt x="82040" y="236062"/>
                </a:cubicBezTo>
                <a:cubicBezTo>
                  <a:pt x="80367" y="237945"/>
                  <a:pt x="78163" y="238887"/>
                  <a:pt x="75438" y="238887"/>
                </a:cubicBezTo>
                <a:cubicBezTo>
                  <a:pt x="72713" y="238887"/>
                  <a:pt x="70509" y="237945"/>
                  <a:pt x="68836" y="236062"/>
                </a:cubicBezTo>
                <a:cubicBezTo>
                  <a:pt x="66952" y="234379"/>
                  <a:pt x="66011" y="232184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91" y="119969"/>
                  <a:pt x="189857" y="127303"/>
                </a:cubicBezTo>
                <a:cubicBezTo>
                  <a:pt x="193204" y="134426"/>
                  <a:pt x="194886" y="142281"/>
                  <a:pt x="194886" y="150876"/>
                </a:cubicBezTo>
                <a:cubicBezTo>
                  <a:pt x="194886" y="159471"/>
                  <a:pt x="193204" y="167427"/>
                  <a:pt x="189857" y="174769"/>
                </a:cubicBezTo>
                <a:cubicBezTo>
                  <a:pt x="186291" y="181892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750" dirty="0"/>
          </a:p>
        </p:txBody>
      </p:sp>
      <p:sp>
        <p:nvSpPr>
          <p:cNvPr id="218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332" y="153912"/>
                  <a:pt x="153701" y="154332"/>
                </a:cubicBezTo>
                <a:cubicBezTo>
                  <a:pt x="152869" y="154543"/>
                  <a:pt x="151928" y="154652"/>
                  <a:pt x="150876" y="154652"/>
                </a:cubicBezTo>
                <a:cubicBezTo>
                  <a:pt x="149824" y="154652"/>
                  <a:pt x="148992" y="154543"/>
                  <a:pt x="148361" y="154332"/>
                </a:cubicBezTo>
                <a:cubicBezTo>
                  <a:pt x="147520" y="153912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380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69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750" dirty="0"/>
          </a:p>
        </p:txBody>
      </p:sp>
      <p:sp>
        <p:nvSpPr>
          <p:cNvPr id="220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94" y="264134"/>
                  <a:pt x="31117" y="262460"/>
                </a:cubicBezTo>
                <a:cubicBezTo>
                  <a:pt x="27139" y="260997"/>
                  <a:pt x="25146" y="258163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750" dirty="0"/>
          </a:p>
        </p:txBody>
      </p:sp>
      <p:sp>
        <p:nvSpPr>
          <p:cNvPr id="222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263091"/>
                </a:moveTo>
                <a:cubicBezTo>
                  <a:pt x="266127" y="263091"/>
                  <a:pt x="265085" y="262881"/>
                  <a:pt x="264033" y="262460"/>
                </a:cubicBezTo>
                <a:cubicBezTo>
                  <a:pt x="262780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63" y="226314"/>
                  <a:pt x="84655" y="224430"/>
                  <a:pt x="81098" y="220654"/>
                </a:cubicBezTo>
                <a:cubicBezTo>
                  <a:pt x="77322" y="217097"/>
                  <a:pt x="75438" y="212689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81" y="182313"/>
                  <a:pt x="223379" y="180420"/>
                  <a:pt x="226945" y="176653"/>
                </a:cubicBezTo>
                <a:cubicBezTo>
                  <a:pt x="230712" y="173087"/>
                  <a:pt x="232605" y="168689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81" y="75438"/>
                  <a:pt x="267389" y="77322"/>
                  <a:pt x="270946" y="81098"/>
                </a:cubicBezTo>
                <a:cubicBezTo>
                  <a:pt x="274722" y="84655"/>
                  <a:pt x="276606" y="89063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64" y="258903"/>
                  <a:pt x="273781" y="260577"/>
                </a:cubicBezTo>
                <a:cubicBezTo>
                  <a:pt x="271677" y="262250"/>
                  <a:pt x="269483" y="263091"/>
                  <a:pt x="267179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573" y="200537"/>
                </a:moveTo>
                <a:cubicBezTo>
                  <a:pt x="32269" y="200537"/>
                  <a:pt x="30175" y="199705"/>
                  <a:pt x="28292" y="198022"/>
                </a:cubicBezTo>
                <a:cubicBezTo>
                  <a:pt x="26198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194886" y="25146"/>
                </a:lnTo>
                <a:cubicBezTo>
                  <a:pt x="200116" y="25146"/>
                  <a:pt x="204524" y="27030"/>
                  <a:pt x="208081" y="30806"/>
                </a:cubicBezTo>
                <a:cubicBezTo>
                  <a:pt x="211857" y="34363"/>
                  <a:pt x="213741" y="38771"/>
                  <a:pt x="213741" y="44010"/>
                </a:cubicBezTo>
                <a:lnTo>
                  <a:pt x="213741" y="144594"/>
                </a:lnTo>
                <a:cubicBezTo>
                  <a:pt x="213741" y="149824"/>
                  <a:pt x="211857" y="154232"/>
                  <a:pt x="208081" y="157789"/>
                </a:cubicBezTo>
                <a:cubicBezTo>
                  <a:pt x="204524" y="161565"/>
                  <a:pt x="200116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81" y="199495"/>
                  <a:pt x="38030" y="199915"/>
                </a:cubicBezTo>
                <a:cubicBezTo>
                  <a:pt x="36777" y="200327"/>
                  <a:pt x="35625" y="200537"/>
                  <a:pt x="34573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750" dirty="0"/>
          </a:p>
        </p:txBody>
      </p:sp>
      <p:sp>
        <p:nvSpPr>
          <p:cNvPr id="224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57" y="258163"/>
                  <a:pt x="175711" y="246431"/>
                </a:cubicBezTo>
                <a:cubicBezTo>
                  <a:pt x="150355" y="234699"/>
                  <a:pt x="126882" y="218039"/>
                  <a:pt x="105302" y="196450"/>
                </a:cubicBezTo>
                <a:cubicBezTo>
                  <a:pt x="83713" y="174870"/>
                  <a:pt x="67053" y="151507"/>
                  <a:pt x="55321" y="126361"/>
                </a:cubicBezTo>
                <a:cubicBezTo>
                  <a:pt x="43589" y="101005"/>
                  <a:pt x="37719" y="76170"/>
                  <a:pt x="37719" y="51865"/>
                </a:cubicBezTo>
                <a:cubicBezTo>
                  <a:pt x="37719" y="47878"/>
                  <a:pt x="39081" y="44531"/>
                  <a:pt x="41806" y="41806"/>
                </a:cubicBezTo>
                <a:cubicBezTo>
                  <a:pt x="44531" y="39081"/>
                  <a:pt x="47878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303" y="88322"/>
                </a:lnTo>
                <a:cubicBezTo>
                  <a:pt x="116723" y="91257"/>
                  <a:pt x="116723" y="93982"/>
                  <a:pt x="116303" y="96497"/>
                </a:cubicBezTo>
                <a:cubicBezTo>
                  <a:pt x="115672" y="98801"/>
                  <a:pt x="114519" y="100794"/>
                  <a:pt x="112846" y="102468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922"/>
                  <a:pt x="143332" y="204624"/>
                </a:cubicBezTo>
                <a:cubicBezTo>
                  <a:pt x="151928" y="211126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34" y="187233"/>
                  <a:pt x="207459" y="186391"/>
                </a:cubicBezTo>
                <a:cubicBezTo>
                  <a:pt x="210175" y="185559"/>
                  <a:pt x="212900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479"/>
                  <a:pt x="264033" y="204314"/>
                  <a:pt x="264033" y="207459"/>
                </a:cubicBezTo>
                <a:lnTo>
                  <a:pt x="264033" y="249887"/>
                </a:lnTo>
                <a:cubicBezTo>
                  <a:pt x="264033" y="253874"/>
                  <a:pt x="262671" y="257221"/>
                  <a:pt x="259946" y="259946"/>
                </a:cubicBezTo>
                <a:cubicBezTo>
                  <a:pt x="257221" y="262671"/>
                  <a:pt x="253874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67" y="74706"/>
                  <a:pt x="60981" y="84555"/>
                </a:cubicBezTo>
                <a:cubicBezTo>
                  <a:pt x="63286" y="94192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750" dirty="0"/>
          </a:p>
        </p:txBody>
      </p:sp>
      <p:sp>
        <p:nvSpPr>
          <p:cNvPr id="226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77" y="92830"/>
                  <a:pt x="273781" y="93671"/>
                </a:cubicBezTo>
                <a:cubicBezTo>
                  <a:pt x="275664" y="94302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97"/>
                  <a:pt x="275664" y="207459"/>
                  <a:pt x="273781" y="208081"/>
                </a:cubicBezTo>
                <a:cubicBezTo>
                  <a:pt x="271677" y="208922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750" dirty="0"/>
          </a:p>
        </p:txBody>
      </p:sp>
      <p:sp>
        <p:nvSpPr>
          <p:cNvPr id="228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0460"/>
                </a:moveTo>
                <a:cubicBezTo>
                  <a:pt x="36987" y="233126"/>
                  <a:pt x="33321" y="224321"/>
                  <a:pt x="33321" y="214052"/>
                </a:cubicBezTo>
                <a:lnTo>
                  <a:pt x="22000" y="214052"/>
                </a:lnTo>
                <a:cubicBezTo>
                  <a:pt x="19276" y="214052"/>
                  <a:pt x="17081" y="213110"/>
                  <a:pt x="15398" y="211226"/>
                </a:cubicBezTo>
                <a:cubicBezTo>
                  <a:pt x="13515" y="209553"/>
                  <a:pt x="12573" y="207349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806" y="50292"/>
                  <a:pt x="204204" y="52176"/>
                  <a:pt x="207770" y="55952"/>
                </a:cubicBezTo>
                <a:cubicBezTo>
                  <a:pt x="211537" y="59509"/>
                  <a:pt x="213430" y="63917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39" y="102788"/>
                  <a:pt x="242764" y="103409"/>
                  <a:pt x="245489" y="104671"/>
                </a:cubicBezTo>
                <a:cubicBezTo>
                  <a:pt x="248214" y="106134"/>
                  <a:pt x="250408" y="108027"/>
                  <a:pt x="252091" y="110332"/>
                </a:cubicBezTo>
                <a:lnTo>
                  <a:pt x="287295" y="157167"/>
                </a:lnTo>
                <a:cubicBezTo>
                  <a:pt x="287926" y="157999"/>
                  <a:pt x="288447" y="158840"/>
                  <a:pt x="288868" y="159682"/>
                </a:cubicBezTo>
                <a:cubicBezTo>
                  <a:pt x="289078" y="160724"/>
                  <a:pt x="289179" y="161776"/>
                  <a:pt x="289179" y="162818"/>
                </a:cubicBezTo>
                <a:lnTo>
                  <a:pt x="289179" y="204624"/>
                </a:lnTo>
                <a:cubicBezTo>
                  <a:pt x="289179" y="207349"/>
                  <a:pt x="288237" y="209553"/>
                  <a:pt x="286354" y="211226"/>
                </a:cubicBezTo>
                <a:cubicBezTo>
                  <a:pt x="284671" y="213110"/>
                  <a:pt x="282476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301" y="233126"/>
                  <a:pt x="256178" y="240460"/>
                </a:cubicBezTo>
                <a:cubicBezTo>
                  <a:pt x="248845" y="247583"/>
                  <a:pt x="240039" y="251149"/>
                  <a:pt x="229770" y="251149"/>
                </a:cubicBezTo>
                <a:cubicBezTo>
                  <a:pt x="219502" y="251149"/>
                  <a:pt x="210806" y="247583"/>
                  <a:pt x="203683" y="240460"/>
                </a:cubicBezTo>
                <a:cubicBezTo>
                  <a:pt x="196349" y="233126"/>
                  <a:pt x="192682" y="224321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940" y="233126"/>
                  <a:pt x="96817" y="240460"/>
                </a:cubicBezTo>
                <a:cubicBezTo>
                  <a:pt x="89474" y="247583"/>
                  <a:pt x="80678" y="251149"/>
                  <a:pt x="70409" y="251149"/>
                </a:cubicBezTo>
                <a:cubicBezTo>
                  <a:pt x="60140" y="251149"/>
                  <a:pt x="51444" y="247583"/>
                  <a:pt x="44321" y="240460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82" y="178436"/>
                  <a:pt x="88642" y="181993"/>
                </a:cubicBezTo>
                <a:cubicBezTo>
                  <a:pt x="94092" y="185349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750" dirty="0"/>
          </a:p>
        </p:txBody>
      </p:sp>
      <p:sp>
        <p:nvSpPr>
          <p:cNvPr id="230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09"/>
                  <a:pt x="83613" y="153811"/>
                  <a:pt x="87380" y="150245"/>
                </a:cubicBezTo>
                <a:cubicBezTo>
                  <a:pt x="90946" y="146478"/>
                  <a:pt x="95344" y="144594"/>
                  <a:pt x="100584" y="144594"/>
                </a:cubicBezTo>
                <a:lnTo>
                  <a:pt x="201168" y="144594"/>
                </a:lnTo>
                <a:cubicBezTo>
                  <a:pt x="206408" y="144594"/>
                  <a:pt x="210806" y="146478"/>
                  <a:pt x="214372" y="150245"/>
                </a:cubicBezTo>
                <a:cubicBezTo>
                  <a:pt x="218139" y="153811"/>
                  <a:pt x="220032" y="158209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17"/>
                  <a:pt x="26298" y="93351"/>
                  <a:pt x="28602" y="90215"/>
                </a:cubicBezTo>
                <a:cubicBezTo>
                  <a:pt x="30696" y="87069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56" y="87069"/>
                  <a:pt x="273460" y="90215"/>
                </a:cubicBezTo>
                <a:cubicBezTo>
                  <a:pt x="275554" y="93351"/>
                  <a:pt x="276606" y="96917"/>
                  <a:pt x="276606" y="100895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750" dirty="0"/>
          </a:p>
        </p:txBody>
      </p:sp>
      <p:sp>
        <p:nvSpPr>
          <p:cNvPr id="232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426"/>
                  <a:pt x="44632" y="138614"/>
                </a:cubicBezTo>
                <a:cubicBezTo>
                  <a:pt x="44211" y="142601"/>
                  <a:pt x="44010" y="146688"/>
                  <a:pt x="44010" y="150876"/>
                </a:cubicBezTo>
                <a:cubicBezTo>
                  <a:pt x="44010" y="178116"/>
                  <a:pt x="52907" y="201900"/>
                  <a:pt x="70720" y="222227"/>
                </a:cubicBezTo>
                <a:cubicBezTo>
                  <a:pt x="88322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6010" y="202220"/>
                  <a:pt x="250829" y="189857"/>
                </a:cubicBezTo>
                <a:cubicBezTo>
                  <a:pt x="255438" y="177284"/>
                  <a:pt x="257751" y="164290"/>
                  <a:pt x="257751" y="150876"/>
                </a:cubicBezTo>
                <a:cubicBezTo>
                  <a:pt x="257751" y="128665"/>
                  <a:pt x="251670" y="108548"/>
                  <a:pt x="239518" y="90526"/>
                </a:cubicBezTo>
                <a:cubicBezTo>
                  <a:pt x="227366" y="72292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750" dirty="0"/>
          </a:p>
        </p:txBody>
      </p:sp>
      <p:sp>
        <p:nvSpPr>
          <p:cNvPr id="234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85" y="203472"/>
                  <a:pt x="212799" y="182935"/>
                </a:cubicBezTo>
                <a:cubicBezTo>
                  <a:pt x="226003" y="162196"/>
                  <a:pt x="232605" y="143963"/>
                  <a:pt x="232605" y="128245"/>
                </a:cubicBezTo>
                <a:cubicBezTo>
                  <a:pt x="232605" y="103519"/>
                  <a:pt x="224741" y="83293"/>
                  <a:pt x="209023" y="67583"/>
                </a:cubicBezTo>
                <a:cubicBezTo>
                  <a:pt x="193103" y="51865"/>
                  <a:pt x="173718" y="44010"/>
                  <a:pt x="150876" y="44010"/>
                </a:cubicBezTo>
                <a:cubicBezTo>
                  <a:pt x="128034" y="44010"/>
                  <a:pt x="108759" y="51865"/>
                  <a:pt x="93040" y="67583"/>
                </a:cubicBezTo>
                <a:cubicBezTo>
                  <a:pt x="77111" y="83293"/>
                  <a:pt x="69156" y="103519"/>
                  <a:pt x="69156" y="128245"/>
                </a:cubicBezTo>
                <a:cubicBezTo>
                  <a:pt x="69156" y="143963"/>
                  <a:pt x="75959" y="162196"/>
                  <a:pt x="89584" y="182935"/>
                </a:cubicBezTo>
                <a:cubicBezTo>
                  <a:pt x="103199" y="203472"/>
                  <a:pt x="123636" y="226415"/>
                  <a:pt x="150876" y="251771"/>
                </a:cubicBezTo>
                <a:close/>
                <a:moveTo>
                  <a:pt x="144274" y="269373"/>
                </a:moveTo>
                <a:cubicBezTo>
                  <a:pt x="141970" y="268541"/>
                  <a:pt x="139976" y="267279"/>
                  <a:pt x="138303" y="265606"/>
                </a:cubicBezTo>
                <a:cubicBezTo>
                  <a:pt x="129506" y="257641"/>
                  <a:pt x="119969" y="248525"/>
                  <a:pt x="109701" y="238256"/>
                </a:cubicBezTo>
                <a:cubicBezTo>
                  <a:pt x="99432" y="227777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51" y="71771"/>
                  <a:pt x="80778" y="53117"/>
                </a:cubicBezTo>
                <a:cubicBezTo>
                  <a:pt x="100895" y="34473"/>
                  <a:pt x="124267" y="25146"/>
                  <a:pt x="150876" y="25146"/>
                </a:cubicBezTo>
                <a:cubicBezTo>
                  <a:pt x="177485" y="25146"/>
                  <a:pt x="200958" y="34473"/>
                  <a:pt x="221285" y="53117"/>
                </a:cubicBezTo>
                <a:cubicBezTo>
                  <a:pt x="241402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77"/>
                  <a:pt x="192051" y="238256"/>
                </a:cubicBezTo>
                <a:cubicBezTo>
                  <a:pt x="181783" y="248525"/>
                  <a:pt x="172255" y="257641"/>
                  <a:pt x="163449" y="265606"/>
                </a:cubicBezTo>
                <a:cubicBezTo>
                  <a:pt x="161776" y="267279"/>
                  <a:pt x="159883" y="268541"/>
                  <a:pt x="157789" y="269373"/>
                </a:cubicBezTo>
                <a:cubicBezTo>
                  <a:pt x="155485" y="270004"/>
                  <a:pt x="153180" y="270324"/>
                  <a:pt x="150876" y="270324"/>
                </a:cubicBezTo>
                <a:cubicBezTo>
                  <a:pt x="148572" y="270324"/>
                  <a:pt x="146368" y="270004"/>
                  <a:pt x="144274" y="269373"/>
                </a:cubicBezTo>
                <a:close/>
                <a:moveTo>
                  <a:pt x="150876" y="125730"/>
                </a:moveTo>
                <a:close/>
                <a:moveTo>
                  <a:pt x="166595" y="141449"/>
                </a:moveTo>
                <a:cubicBezTo>
                  <a:pt x="170782" y="137050"/>
                  <a:pt x="172876" y="131811"/>
                  <a:pt x="172876" y="125730"/>
                </a:cubicBezTo>
                <a:cubicBezTo>
                  <a:pt x="172876" y="119649"/>
                  <a:pt x="170782" y="114519"/>
                  <a:pt x="166595" y="110332"/>
                </a:cubicBezTo>
                <a:cubicBezTo>
                  <a:pt x="162196" y="105924"/>
                  <a:pt x="156957" y="103730"/>
                  <a:pt x="150876" y="103730"/>
                </a:cubicBezTo>
                <a:cubicBezTo>
                  <a:pt x="144795" y="103730"/>
                  <a:pt x="139665" y="105924"/>
                  <a:pt x="135478" y="110332"/>
                </a:cubicBezTo>
                <a:cubicBezTo>
                  <a:pt x="131070" y="114519"/>
                  <a:pt x="128876" y="119649"/>
                  <a:pt x="128876" y="125730"/>
                </a:cubicBezTo>
                <a:cubicBezTo>
                  <a:pt x="128876" y="131811"/>
                  <a:pt x="131070" y="137050"/>
                  <a:pt x="135478" y="141449"/>
                </a:cubicBezTo>
                <a:cubicBezTo>
                  <a:pt x="139665" y="145636"/>
                  <a:pt x="144795" y="147730"/>
                  <a:pt x="150876" y="147730"/>
                </a:cubicBezTo>
                <a:cubicBezTo>
                  <a:pt x="156957" y="147730"/>
                  <a:pt x="162196" y="145636"/>
                  <a:pt x="166595" y="14144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750" dirty="0"/>
          </a:p>
        </p:txBody>
      </p:sp>
      <p:sp>
        <p:nvSpPr>
          <p:cNvPr id="236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735" y="237314"/>
                  <a:pt x="50603" y="226415"/>
                  <a:pt x="45574" y="214052"/>
                </a:cubicBezTo>
                <a:cubicBezTo>
                  <a:pt x="40334" y="201689"/>
                  <a:pt x="37719" y="189016"/>
                  <a:pt x="37719" y="176022"/>
                </a:cubicBezTo>
                <a:cubicBezTo>
                  <a:pt x="37719" y="160724"/>
                  <a:pt x="40444" y="146789"/>
                  <a:pt x="45894" y="134216"/>
                </a:cubicBezTo>
                <a:cubicBezTo>
                  <a:pt x="51133" y="121432"/>
                  <a:pt x="59098" y="109701"/>
                  <a:pt x="69778" y="99011"/>
                </a:cubicBezTo>
                <a:cubicBezTo>
                  <a:pt x="82771" y="86018"/>
                  <a:pt x="101636" y="76590"/>
                  <a:pt x="126361" y="70720"/>
                </a:cubicBezTo>
                <a:cubicBezTo>
                  <a:pt x="151086" y="64648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79" y="77742"/>
                  <a:pt x="247062" y="81098"/>
                </a:cubicBezTo>
                <a:cubicBezTo>
                  <a:pt x="248525" y="84445"/>
                  <a:pt x="249366" y="88221"/>
                  <a:pt x="249576" y="92409"/>
                </a:cubicBezTo>
                <a:cubicBezTo>
                  <a:pt x="250207" y="111273"/>
                  <a:pt x="249997" y="128555"/>
                  <a:pt x="248945" y="144274"/>
                </a:cubicBezTo>
                <a:cubicBezTo>
                  <a:pt x="247894" y="159782"/>
                  <a:pt x="245910" y="173818"/>
                  <a:pt x="242974" y="186391"/>
                </a:cubicBezTo>
                <a:cubicBezTo>
                  <a:pt x="239829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904" y="274192"/>
                  <a:pt x="99953" y="269373"/>
                </a:cubicBezTo>
                <a:cubicBezTo>
                  <a:pt x="87801" y="264344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811" y="257751"/>
                  <a:pt x="139565" y="257751"/>
                </a:cubicBezTo>
                <a:cubicBezTo>
                  <a:pt x="150666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719"/>
                  <a:pt x="215003" y="208712"/>
                </a:cubicBezTo>
                <a:cubicBezTo>
                  <a:pt x="218981" y="199495"/>
                  <a:pt x="222227" y="188696"/>
                  <a:pt x="224741" y="176333"/>
                </a:cubicBezTo>
                <a:cubicBezTo>
                  <a:pt x="227256" y="163760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72" y="81930"/>
                  <a:pt x="176964" y="82982"/>
                </a:cubicBezTo>
                <a:cubicBezTo>
                  <a:pt x="161245" y="83823"/>
                  <a:pt x="147420" y="85496"/>
                  <a:pt x="135478" y="88011"/>
                </a:cubicBezTo>
                <a:cubicBezTo>
                  <a:pt x="123526" y="90526"/>
                  <a:pt x="113258" y="93772"/>
                  <a:pt x="104671" y="97759"/>
                </a:cubicBezTo>
                <a:cubicBezTo>
                  <a:pt x="96076" y="101526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78" y="191951"/>
                  <a:pt x="63176" y="203052"/>
                </a:cubicBezTo>
                <a:cubicBezTo>
                  <a:pt x="67373" y="213951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68"/>
                  <a:pt x="123846" y="186711"/>
                </a:cubicBezTo>
                <a:cubicBezTo>
                  <a:pt x="112526" y="204944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750" dirty="0"/>
          </a:p>
        </p:txBody>
      </p:sp>
      <p:sp>
        <p:nvSpPr>
          <p:cNvPr id="238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85" y="236062"/>
                  <a:pt x="217828" y="217828"/>
                </a:cubicBezTo>
                <a:cubicBezTo>
                  <a:pt x="236062" y="199385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68" y="65800"/>
                  <a:pt x="84244" y="84244"/>
                </a:cubicBezTo>
                <a:cubicBezTo>
                  <a:pt x="65800" y="102468"/>
                  <a:pt x="56583" y="124678"/>
                  <a:pt x="56583" y="150876"/>
                </a:cubicBezTo>
                <a:cubicBezTo>
                  <a:pt x="56583" y="177074"/>
                  <a:pt x="65800" y="199385"/>
                  <a:pt x="84244" y="217828"/>
                </a:cubicBezTo>
                <a:cubicBezTo>
                  <a:pt x="102468" y="236062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934"/>
                  <a:pt x="201168" y="147420"/>
                </a:cubicBezTo>
                <a:cubicBezTo>
                  <a:pt x="200327" y="144695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333" y="93772"/>
                  <a:pt x="176333" y="92729"/>
                </a:cubicBezTo>
                <a:cubicBezTo>
                  <a:pt x="176123" y="91467"/>
                  <a:pt x="175601" y="90315"/>
                  <a:pt x="174769" y="89273"/>
                </a:cubicBezTo>
                <a:cubicBezTo>
                  <a:pt x="173718" y="88221"/>
                  <a:pt x="172566" y="87700"/>
                  <a:pt x="171304" y="87700"/>
                </a:cubicBezTo>
                <a:cubicBezTo>
                  <a:pt x="169841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608"/>
                  <a:pt x="100895" y="154332"/>
                </a:cubicBezTo>
                <a:cubicBezTo>
                  <a:pt x="101736" y="156847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520" y="207770"/>
                  <a:pt x="125730" y="209023"/>
                </a:cubicBezTo>
                <a:cubicBezTo>
                  <a:pt x="125730" y="210074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729"/>
                  <a:pt x="111273" y="257120"/>
                </a:cubicBezTo>
                <a:cubicBezTo>
                  <a:pt x="98911" y="252301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60" y="202841"/>
                  <a:pt x="44952" y="190479"/>
                </a:cubicBezTo>
                <a:cubicBezTo>
                  <a:pt x="40133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916" y="39603"/>
                  <a:pt x="258693" y="43379"/>
                </a:cubicBezTo>
                <a:cubicBezTo>
                  <a:pt x="262250" y="46936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750" dirty="0"/>
          </a:p>
        </p:txBody>
      </p:sp>
      <p:sp>
        <p:nvSpPr>
          <p:cNvPr id="240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9027" y="32379"/>
                  <a:pt x="114419" y="32379"/>
                </a:cubicBezTo>
                <a:cubicBezTo>
                  <a:pt x="109591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539" y="86438"/>
                  <a:pt x="76380" y="88953"/>
                </a:cubicBezTo>
                <a:cubicBezTo>
                  <a:pt x="77011" y="91257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215" y="112526"/>
                  <a:pt x="114730" y="111904"/>
                </a:cubicBezTo>
                <a:cubicBezTo>
                  <a:pt x="117034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89" y="158109"/>
                  <a:pt x="213430" y="155594"/>
                </a:cubicBezTo>
                <a:cubicBezTo>
                  <a:pt x="214052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643"/>
                  <a:pt x="252091" y="133274"/>
                </a:cubicBezTo>
                <a:cubicBezTo>
                  <a:pt x="254606" y="133694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62" y="194886"/>
                  <a:pt x="264975" y="197401"/>
                </a:cubicBezTo>
                <a:cubicBezTo>
                  <a:pt x="260787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239" y="194987"/>
                  <a:pt x="198343" y="195828"/>
                </a:cubicBezTo>
                <a:cubicBezTo>
                  <a:pt x="200226" y="196450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226" y="281425"/>
                  <a:pt x="198343" y="282266"/>
                </a:cubicBezTo>
                <a:cubicBezTo>
                  <a:pt x="196239" y="282897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61" y="262981"/>
                  <a:pt x="68205" y="260887"/>
                </a:cubicBezTo>
                <a:cubicBezTo>
                  <a:pt x="64648" y="258583"/>
                  <a:pt x="62024" y="255648"/>
                  <a:pt x="60350" y="252091"/>
                </a:cubicBezTo>
                <a:cubicBezTo>
                  <a:pt x="58677" y="248735"/>
                  <a:pt x="57936" y="245279"/>
                  <a:pt x="58147" y="241712"/>
                </a:cubicBezTo>
                <a:cubicBezTo>
                  <a:pt x="58147" y="237945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332" y="214683"/>
                  <a:pt x="123215" y="216566"/>
                </a:cubicBezTo>
                <a:cubicBezTo>
                  <a:pt x="124889" y="218249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89" y="259635"/>
                  <a:pt x="123215" y="261518"/>
                </a:cubicBezTo>
                <a:cubicBezTo>
                  <a:pt x="121332" y="263192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47" y="179588"/>
                  <a:pt x="25457" y="175391"/>
                </a:cubicBezTo>
                <a:cubicBezTo>
                  <a:pt x="25457" y="170993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115"/>
                  <a:pt x="20117" y="143021"/>
                </a:cubicBezTo>
                <a:cubicBezTo>
                  <a:pt x="20327" y="140717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221" y="126462"/>
                  <a:pt x="79525" y="127934"/>
                </a:cubicBezTo>
                <a:cubicBezTo>
                  <a:pt x="81619" y="129186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91"/>
                  <a:pt x="93982" y="187653"/>
                </a:cubicBezTo>
                <a:cubicBezTo>
                  <a:pt x="92309" y="188696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57" y="104562"/>
                  <a:pt x="156847" y="102468"/>
                </a:cubicBezTo>
                <a:cubicBezTo>
                  <a:pt x="156426" y="100163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617" y="26298"/>
                  <a:pt x="188595" y="28602"/>
                </a:cubicBezTo>
                <a:cubicBezTo>
                  <a:pt x="192371" y="30696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350" y="116092"/>
                  <a:pt x="216256" y="117555"/>
                </a:cubicBezTo>
                <a:cubicBezTo>
                  <a:pt x="213951" y="118817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750" dirty="0"/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48640" y="49423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5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81" y="318385"/>
                    <a:pt x="68580" y="315084"/>
                  </a:cubicBezTo>
                  <a:cubicBezTo>
                    <a:pt x="65023" y="311527"/>
                    <a:pt x="63249" y="307211"/>
                    <a:pt x="63249" y="302136"/>
                  </a:cubicBezTo>
                  <a:cubicBezTo>
                    <a:pt x="63249" y="297052"/>
                    <a:pt x="65023" y="292864"/>
                    <a:pt x="68580" y="289563"/>
                  </a:cubicBezTo>
                  <a:cubicBezTo>
                    <a:pt x="71881" y="286006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416"/>
                    <a:pt x="52194" y="131061"/>
                  </a:cubicBezTo>
                  <a:cubicBezTo>
                    <a:pt x="47622" y="124459"/>
                    <a:pt x="45336" y="115827"/>
                    <a:pt x="45336" y="105156"/>
                  </a:cubicBezTo>
                  <a:cubicBezTo>
                    <a:pt x="45336" y="93214"/>
                    <a:pt x="49780" y="82927"/>
                    <a:pt x="58677" y="74295"/>
                  </a:cubicBezTo>
                  <a:cubicBezTo>
                    <a:pt x="67309" y="65407"/>
                    <a:pt x="77596" y="60963"/>
                    <a:pt x="89538" y="60963"/>
                  </a:cubicBezTo>
                  <a:cubicBezTo>
                    <a:pt x="100712" y="60963"/>
                    <a:pt x="109984" y="64008"/>
                    <a:pt x="117345" y="70107"/>
                  </a:cubicBezTo>
                  <a:cubicBezTo>
                    <a:pt x="124715" y="75950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69" y="60963"/>
                    <a:pt x="206499" y="63249"/>
                  </a:cubicBezTo>
                  <a:cubicBezTo>
                    <a:pt x="208282" y="65279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444" y="39749"/>
                    <a:pt x="245745" y="39246"/>
                  </a:cubicBezTo>
                  <a:cubicBezTo>
                    <a:pt x="248790" y="38478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409" y="72393"/>
                    <a:pt x="320424" y="74679"/>
                  </a:cubicBezTo>
                  <a:cubicBezTo>
                    <a:pt x="321183" y="76965"/>
                    <a:pt x="320927" y="79379"/>
                    <a:pt x="319656" y="81912"/>
                  </a:cubicBezTo>
                  <a:cubicBezTo>
                    <a:pt x="318385" y="84454"/>
                    <a:pt x="316611" y="85981"/>
                    <a:pt x="314325" y="86484"/>
                  </a:cubicBezTo>
                  <a:cubicBezTo>
                    <a:pt x="311783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3060"/>
                    <a:pt x="314325" y="123828"/>
                  </a:cubicBezTo>
                  <a:cubicBezTo>
                    <a:pt x="316611" y="124331"/>
                    <a:pt x="318385" y="125858"/>
                    <a:pt x="319656" y="128400"/>
                  </a:cubicBezTo>
                  <a:cubicBezTo>
                    <a:pt x="320927" y="130933"/>
                    <a:pt x="321183" y="133475"/>
                    <a:pt x="320424" y="136017"/>
                  </a:cubicBezTo>
                  <a:cubicBezTo>
                    <a:pt x="319409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834"/>
                    <a:pt x="246504" y="171834"/>
                  </a:cubicBezTo>
                  <a:cubicBezTo>
                    <a:pt x="243203" y="171578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82" y="146432"/>
                    <a:pt x="206499" y="148206"/>
                  </a:cubicBezTo>
                  <a:cubicBezTo>
                    <a:pt x="204469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86" y="122813"/>
                    <a:pt x="129159" y="126114"/>
                  </a:cubicBezTo>
                  <a:cubicBezTo>
                    <a:pt x="127385" y="129159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859" y="286006"/>
                    <a:pt x="256416" y="289563"/>
                  </a:cubicBezTo>
                  <a:cubicBezTo>
                    <a:pt x="259717" y="292864"/>
                    <a:pt x="261363" y="297052"/>
                    <a:pt x="261363" y="302136"/>
                  </a:cubicBezTo>
                  <a:cubicBezTo>
                    <a:pt x="261363" y="307211"/>
                    <a:pt x="259717" y="311527"/>
                    <a:pt x="256416" y="315084"/>
                  </a:cubicBezTo>
                  <a:cubicBezTo>
                    <a:pt x="252859" y="318385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8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1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1621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87" y="136529"/>
                    <a:pt x="235842" y="136776"/>
                  </a:cubicBezTo>
                  <a:cubicBezTo>
                    <a:pt x="232541" y="136776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548" y="281809"/>
                    <a:pt x="48765" y="279276"/>
                  </a:cubicBezTo>
                  <a:cubicBezTo>
                    <a:pt x="46735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735" y="89410"/>
                    <a:pt x="48765" y="86868"/>
                  </a:cubicBezTo>
                  <a:cubicBezTo>
                    <a:pt x="50548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658"/>
                    <a:pt x="232788" y="26673"/>
                  </a:cubicBezTo>
                  <a:cubicBezTo>
                    <a:pt x="235586" y="27432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340" y="84326"/>
                    <a:pt x="317370" y="86868"/>
                  </a:cubicBezTo>
                  <a:cubicBezTo>
                    <a:pt x="319153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153" y="276734"/>
                    <a:pt x="317370" y="279276"/>
                  </a:cubicBezTo>
                  <a:cubicBezTo>
                    <a:pt x="315340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456"/>
                    <a:pt x="232788" y="339471"/>
                  </a:cubicBezTo>
                  <a:cubicBezTo>
                    <a:pt x="229999" y="340230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271" name="Text 26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025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色彩、字級與元件語言一覽：暖灰畫布、粗灰外框扁平卡片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37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#2F5D50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483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#24483E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2EB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#E2EBE7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#C9A227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F5D5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2.25pt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09728"/>
                </a:lnTo>
                <a:arcTo hR="109728" wR="109728" stAng="10800000" swAng="5400000"/>
                <a:lnTo>
                  <a:pt x="1078992" y="0"/>
                </a:lnTo>
                <a:arcTo hR="109728" wR="109728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圓角方塊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773582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三角形"/>
          <p:cNvSpPr/>
          <p:nvPr/>
        </p:nvSpPr>
        <p:spPr>
          <a:xfrm>
            <a:off x="786384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三角形"/>
          <p:cNvSpPr/>
          <p:nvPr/>
        </p:nvSpPr>
        <p:spPr>
          <a:xfrm>
            <a:off x="799185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0" name="三角形"/>
          <p:cNvSpPr/>
          <p:nvPr/>
        </p:nvSpPr>
        <p:spPr>
          <a:xfrm>
            <a:off x="883310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三角形"/>
          <p:cNvSpPr/>
          <p:nvPr/>
        </p:nvSpPr>
        <p:spPr>
          <a:xfrm>
            <a:off x="896112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三角形"/>
          <p:cNvSpPr/>
          <p:nvPr/>
        </p:nvSpPr>
        <p:spPr>
          <a:xfrm>
            <a:off x="908913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1.5pt 實線＋三角箭頭</a:t>
            </a:r>
            <a:endParaRPr lang="en-US" sz="1000" dirty="0"/>
          </a:p>
        </p:txBody>
      </p:sp>
      <p:sp>
        <p:nvSpPr>
          <p:cNvPr id="7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7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六角形鏈</a:t>
            </a:r>
            <a:endParaRPr lang="en-US" sz="1000" dirty="0"/>
          </a:p>
        </p:txBody>
      </p:sp>
      <p:sp>
        <p:nvSpPr>
          <p:cNvPr id="82" name="流程鏈"/>
          <p:cNvSpPr/>
          <p:nvPr/>
        </p:nvSpPr>
        <p:spPr>
          <a:xfrm>
            <a:off x="708660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3" name="三角形"/>
          <p:cNvSpPr/>
          <p:nvPr/>
        </p:nvSpPr>
        <p:spPr>
          <a:xfrm>
            <a:off x="774344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三角形"/>
          <p:cNvSpPr/>
          <p:nvPr/>
        </p:nvSpPr>
        <p:spPr>
          <a:xfrm>
            <a:off x="787146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三角形"/>
          <p:cNvSpPr/>
          <p:nvPr/>
        </p:nvSpPr>
        <p:spPr>
          <a:xfrm>
            <a:off x="799947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流程鏈"/>
          <p:cNvSpPr/>
          <p:nvPr/>
        </p:nvSpPr>
        <p:spPr>
          <a:xfrm>
            <a:off x="816864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7" name="三角形"/>
          <p:cNvSpPr/>
          <p:nvPr/>
        </p:nvSpPr>
        <p:spPr>
          <a:xfrm>
            <a:off x="882548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三角形"/>
          <p:cNvSpPr/>
          <p:nvPr/>
        </p:nvSpPr>
        <p:spPr>
          <a:xfrm>
            <a:off x="895350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三角形"/>
          <p:cNvSpPr/>
          <p:nvPr/>
        </p:nvSpPr>
        <p:spPr>
          <a:xfrm>
            <a:off x="908151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流程鏈"/>
          <p:cNvSpPr/>
          <p:nvPr/>
        </p:nvSpPr>
        <p:spPr>
          <a:xfrm>
            <a:off x="925068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136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748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09728"/>
                </a:lnTo>
                <a:arcTo hR="109728" wR="109728" stAng="10800000" swAng="5400000"/>
                <a:lnTo>
                  <a:pt x="3300984" y="0"/>
                </a:lnTo>
                <a:arcTo hR="109728" wR="10972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7805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3931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7829702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7957718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三角形"/>
          <p:cNvSpPr/>
          <p:nvPr/>
        </p:nvSpPr>
        <p:spPr>
          <a:xfrm>
            <a:off x="8085734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8254898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3" name="三角形"/>
          <p:cNvSpPr/>
          <p:nvPr/>
        </p:nvSpPr>
        <p:spPr>
          <a:xfrm>
            <a:off x="9775241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9903257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三角形"/>
          <p:cNvSpPr/>
          <p:nvPr/>
        </p:nvSpPr>
        <p:spPr>
          <a:xfrm>
            <a:off x="10031273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流程鏈"/>
          <p:cNvSpPr/>
          <p:nvPr/>
        </p:nvSpPr>
        <p:spPr>
          <a:xfrm>
            <a:off x="10200437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7" name="流程鏈"/>
          <p:cNvSpPr/>
          <p:nvPr/>
        </p:nvSpPr>
        <p:spPr>
          <a:xfrm>
            <a:off x="6309360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708468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三角形"/>
          <p:cNvSpPr/>
          <p:nvPr/>
        </p:nvSpPr>
        <p:spPr>
          <a:xfrm>
            <a:off x="721269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三角形"/>
          <p:cNvSpPr/>
          <p:nvPr/>
        </p:nvSpPr>
        <p:spPr>
          <a:xfrm>
            <a:off x="7340712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7454555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32" name="三角形"/>
          <p:cNvSpPr/>
          <p:nvPr/>
        </p:nvSpPr>
        <p:spPr>
          <a:xfrm>
            <a:off x="8229874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三角形"/>
          <p:cNvSpPr/>
          <p:nvPr/>
        </p:nvSpPr>
        <p:spPr>
          <a:xfrm>
            <a:off x="835789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三角形"/>
          <p:cNvSpPr/>
          <p:nvPr/>
        </p:nvSpPr>
        <p:spPr>
          <a:xfrm>
            <a:off x="848590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流程鏈"/>
          <p:cNvSpPr/>
          <p:nvPr/>
        </p:nvSpPr>
        <p:spPr>
          <a:xfrm>
            <a:off x="8599749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36" name="三角形"/>
          <p:cNvSpPr/>
          <p:nvPr/>
        </p:nvSpPr>
        <p:spPr>
          <a:xfrm>
            <a:off x="937506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950308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9631101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流程鏈"/>
          <p:cNvSpPr/>
          <p:nvPr/>
        </p:nvSpPr>
        <p:spPr>
          <a:xfrm>
            <a:off x="9744944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40" name="三角形"/>
          <p:cNvSpPr/>
          <p:nvPr/>
        </p:nvSpPr>
        <p:spPr>
          <a:xfrm>
            <a:off x="10520263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三角形"/>
          <p:cNvSpPr/>
          <p:nvPr/>
        </p:nvSpPr>
        <p:spPr>
          <a:xfrm>
            <a:off x="1064827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1077629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流程鏈"/>
          <p:cNvSpPr/>
          <p:nvPr/>
        </p:nvSpPr>
        <p:spPr>
          <a:xfrm>
            <a:off x="10890138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44" name="流程鏈"/>
          <p:cNvSpPr/>
          <p:nvPr/>
        </p:nvSpPr>
        <p:spPr>
          <a:xfrm>
            <a:off x="6309360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45" name="三角形"/>
          <p:cNvSpPr/>
          <p:nvPr/>
        </p:nvSpPr>
        <p:spPr>
          <a:xfrm>
            <a:off x="734331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三角形"/>
          <p:cNvSpPr/>
          <p:nvPr/>
        </p:nvSpPr>
        <p:spPr>
          <a:xfrm>
            <a:off x="747133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三角形"/>
          <p:cNvSpPr/>
          <p:nvPr/>
        </p:nvSpPr>
        <p:spPr>
          <a:xfrm>
            <a:off x="7599350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流程鏈"/>
          <p:cNvSpPr/>
          <p:nvPr/>
        </p:nvSpPr>
        <p:spPr>
          <a:xfrm>
            <a:off x="7768514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49" name="三角形"/>
          <p:cNvSpPr/>
          <p:nvPr/>
        </p:nvSpPr>
        <p:spPr>
          <a:xfrm>
            <a:off x="8802472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三角形"/>
          <p:cNvSpPr/>
          <p:nvPr/>
        </p:nvSpPr>
        <p:spPr>
          <a:xfrm>
            <a:off x="893048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三角形"/>
          <p:cNvSpPr/>
          <p:nvPr/>
        </p:nvSpPr>
        <p:spPr>
          <a:xfrm>
            <a:off x="905850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流程鏈"/>
          <p:cNvSpPr/>
          <p:nvPr/>
        </p:nvSpPr>
        <p:spPr>
          <a:xfrm>
            <a:off x="9227668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53" name="三角形"/>
          <p:cNvSpPr/>
          <p:nvPr/>
        </p:nvSpPr>
        <p:spPr>
          <a:xfrm>
            <a:off x="10261625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三角形"/>
          <p:cNvSpPr/>
          <p:nvPr/>
        </p:nvSpPr>
        <p:spPr>
          <a:xfrm>
            <a:off x="10389641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三角形"/>
          <p:cNvSpPr/>
          <p:nvPr/>
        </p:nvSpPr>
        <p:spPr>
          <a:xfrm>
            <a:off x="10517657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流程鏈"/>
          <p:cNvSpPr/>
          <p:nvPr/>
        </p:nvSpPr>
        <p:spPr>
          <a:xfrm>
            <a:off x="10686821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309360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68514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227668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686821" y="5138928"/>
            <a:ext cx="9562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54507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5772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9050">
            <a:solidFill>
              <a:srgbClr val="8C8C8C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115517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三角形"/>
          <p:cNvSpPr/>
          <p:nvPr/>
        </p:nvSpPr>
        <p:spPr>
          <a:xfrm>
            <a:off x="128318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三角形"/>
          <p:cNvSpPr/>
          <p:nvPr/>
        </p:nvSpPr>
        <p:spPr>
          <a:xfrm>
            <a:off x="141120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8" name="三角形"/>
          <p:cNvSpPr/>
          <p:nvPr/>
        </p:nvSpPr>
        <p:spPr>
          <a:xfrm>
            <a:off x="214878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227679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三角形"/>
          <p:cNvSpPr/>
          <p:nvPr/>
        </p:nvSpPr>
        <p:spPr>
          <a:xfrm>
            <a:off x="240481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52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3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4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867C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5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C9A22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9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60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61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62" name="連接線"/>
          <p:cNvCxnSpPr>
            <a:stCxn id="59" idx="3"/>
            <a:endCxn id="60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63" name="連接線"/>
          <p:cNvCxnSpPr>
            <a:stCxn id="59" idx="3"/>
            <a:endCxn id="61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64" name="Text 62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491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04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9050">
            <a:solidFill>
              <a:srgbClr val="8C8C8C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5D5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三角形"/>
          <p:cNvSpPr/>
          <p:nvPr/>
        </p:nvSpPr>
        <p:spPr>
          <a:xfrm>
            <a:off x="4038295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419191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三角形"/>
          <p:cNvSpPr/>
          <p:nvPr/>
        </p:nvSpPr>
        <p:spPr>
          <a:xfrm>
            <a:off x="43455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77364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890053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8043672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2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3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7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2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46760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三角形"/>
          <p:cNvSpPr/>
          <p:nvPr/>
        </p:nvSpPr>
        <p:spPr>
          <a:xfrm>
            <a:off x="2595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三角形"/>
          <p:cNvSpPr/>
          <p:nvPr/>
        </p:nvSpPr>
        <p:spPr>
          <a:xfrm>
            <a:off x="2723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477060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4898624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三角形"/>
          <p:cNvSpPr/>
          <p:nvPr/>
        </p:nvSpPr>
        <p:spPr>
          <a:xfrm>
            <a:off x="502664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7" name="三角形"/>
          <p:cNvSpPr/>
          <p:nvPr/>
        </p:nvSpPr>
        <p:spPr>
          <a:xfrm>
            <a:off x="7073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7201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32964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9376623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三角形"/>
          <p:cNvSpPr/>
          <p:nvPr/>
        </p:nvSpPr>
        <p:spPr>
          <a:xfrm>
            <a:off x="9504639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9632655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2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3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3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905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6" name="編號"/>
          <p:cNvSpPr/>
          <p:nvPr/>
        </p:nvSpPr>
        <p:spPr>
          <a:xfrm>
            <a:off x="548640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23544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9" name="編號"/>
          <p:cNvSpPr/>
          <p:nvPr/>
        </p:nvSpPr>
        <p:spPr>
          <a:xfrm>
            <a:off x="548640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23544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4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9669231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0044135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9669231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10044135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519431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3918130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4" name="編號"/>
          <p:cNvSpPr/>
          <p:nvPr/>
        </p:nvSpPr>
        <p:spPr>
          <a:xfrm>
            <a:off x="4293034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6" name="編號"/>
          <p:cNvSpPr/>
          <p:nvPr/>
        </p:nvSpPr>
        <p:spPr>
          <a:xfrm>
            <a:off x="6879186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5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465338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9" name="編號"/>
          <p:cNvSpPr/>
          <p:nvPr/>
        </p:nvSpPr>
        <p:spPr>
          <a:xfrm>
            <a:off x="9840242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6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424936" cy="36576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037584" y="1069848"/>
            <a:ext cx="109728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C9A22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2F5D5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墨綠筆記</dc:title>
  <dc:subject>PptxGenJS Presentation</dc:subject>
  <dc:creator>PPT Style Studio</dc:creator>
  <cp:lastModifiedBy>PPT Style Studio</cp:lastModifiedBy>
  <cp:revision>1</cp:revision>
  <dcterms:created xsi:type="dcterms:W3CDTF">2026-10-09T04:47:15Z</dcterms:created>
  <dcterms:modified xsi:type="dcterms:W3CDTF">2026-10-09T04:47:15Z</dcterms:modified>
</cp:coreProperties>
</file>