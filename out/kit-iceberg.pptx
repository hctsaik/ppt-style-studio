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ect">
              <a:avLst/>
            </a:prstGeom>
            <a:solidFill>
              <a:srgbClr val="DBDBDB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75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27432"/>
                  </a:lnTo>
                  <a:arcTo hR="27432" wR="27432" stAng="10800000" swAng="5400000"/>
                  <a:lnTo>
                    <a:pt x="1069848" y="0"/>
                  </a:lnTo>
                  <a:arcTo hR="27432" wR="27432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112235" y="5184648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27432"/>
                  </a:lnTo>
                  <a:arcTo hR="27432" wR="27432" stAng="10800000" swAng="5400000"/>
                  <a:lnTo>
                    <a:pt x="1063041" y="0"/>
                  </a:lnTo>
                  <a:arcTo hR="27432" wR="27432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2026-10-09T02:33:49Z</dcterms:created>
  <dcterms:modified xsi:type="dcterms:W3CDTF">2026-10-09T02:33:49Z</dcterms:modified>
</cp:coreProperties>
</file>