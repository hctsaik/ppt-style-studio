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7E7E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40404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7E7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40404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sp>
        <p:nvSpPr>
          <p:cNvPr id="35" name="判斷菱形"/>
          <p:cNvSpPr/>
          <p:nvPr/>
        </p:nvSpPr>
        <p:spPr>
          <a:xfrm>
            <a:off x="10330695" y="2221992"/>
            <a:ext cx="566928" cy="475488"/>
          </a:xfrm>
          <a:prstGeom prst="diamond">
            <a:avLst/>
          </a:prstGeom>
          <a:solidFill>
            <a:srgbClr val="FFFFFF"/>
          </a:solidFill>
          <a:ln w="15875">
            <a:solidFill>
              <a:srgbClr val="40404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線條"/>
          <p:cNvSpPr/>
          <p:nvPr/>
        </p:nvSpPr>
        <p:spPr>
          <a:xfrm>
            <a:off x="10897623" y="2459736"/>
            <a:ext cx="54864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標註"/>
          <p:cNvSpPr/>
          <p:nvPr/>
        </p:nvSpPr>
        <p:spPr>
          <a:xfrm>
            <a:off x="10915911" y="227685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800" dirty="0"/>
          </a:p>
        </p:txBody>
      </p: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sp>
        <p:nvSpPr>
          <p:cNvPr id="65" name="三角分隔"/>
          <p:cNvSpPr/>
          <p:nvPr/>
        </p:nvSpPr>
        <p:spPr>
          <a:xfrm>
            <a:off x="9214735" y="3639312"/>
            <a:ext cx="155448" cy="201168"/>
          </a:xfrm>
          <a:custGeom>
            <a:avLst/>
            <a:gdLst/>
            <a:ahLst/>
            <a:cxnLst/>
            <a:rect l="l" t="t" r="r" b="b"/>
            <a:pathLst>
              <a:path w="155448" h="201168">
                <a:moveTo>
                  <a:pt x="0" y="0"/>
                </a:moveTo>
                <a:lnTo>
                  <a:pt x="155448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V 形分隔"/>
          <p:cNvSpPr/>
          <p:nvPr/>
        </p:nvSpPr>
        <p:spPr>
          <a:xfrm>
            <a:off x="9708511" y="3611880"/>
            <a:ext cx="146304" cy="256032"/>
          </a:xfrm>
          <a:prstGeom prst="chevron">
            <a:avLst>
              <a:gd name="adj" fmla="val 62500"/>
            </a:avLst>
          </a:pr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sp>
        <p:nvSpPr>
          <p:cNvPr id="78" name="警告三角"/>
          <p:cNvSpPr/>
          <p:nvPr/>
        </p:nvSpPr>
        <p:spPr>
          <a:xfrm>
            <a:off x="6507050" y="4174785"/>
            <a:ext cx="476044" cy="410383"/>
          </a:xfrm>
          <a:custGeom>
            <a:avLst/>
            <a:gdLst/>
            <a:ahLst/>
            <a:cxnLst/>
            <a:rect l="l" t="t" r="r" b="b"/>
            <a:pathLst>
              <a:path w="476044" h="410383">
                <a:moveTo>
                  <a:pt x="0" y="410383"/>
                </a:moveTo>
                <a:lnTo>
                  <a:pt x="238022" y="0"/>
                </a:lnTo>
                <a:lnTo>
                  <a:pt x="476044" y="410383"/>
                </a:lnTo>
                <a:close/>
              </a:path>
            </a:pathLst>
          </a:custGeom>
          <a:solidFill>
            <a:srgbClr val="C0504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驚嘆號"/>
          <p:cNvSpPr/>
          <p:nvPr/>
        </p:nvSpPr>
        <p:spPr>
          <a:xfrm>
            <a:off x="6507050" y="4297899"/>
            <a:ext cx="476044" cy="27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700" dirty="0"/>
          </a:p>
        </p:txBody>
      </p: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sp>
        <p:nvSpPr>
          <p:cNvPr id="83" name="流程方塊"/>
          <p:cNvSpPr/>
          <p:nvPr/>
        </p:nvSpPr>
        <p:spPr>
          <a:xfrm>
            <a:off x="8995279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待處理</a:t>
            </a:r>
            <a:endParaRPr lang="en-US" sz="1150" dirty="0"/>
          </a:p>
        </p:txBody>
      </p:sp>
      <p:sp>
        <p:nvSpPr>
          <p:cNvPr id="84" name="提示紅點"/>
          <p:cNvSpPr/>
          <p:nvPr/>
        </p:nvSpPr>
        <p:spPr>
          <a:xfrm>
            <a:off x="9996547" y="4119372"/>
            <a:ext cx="155448" cy="155448"/>
          </a:xfrm>
          <a:prstGeom prst="ellipse">
            <a:avLst/>
          </a:prstGeom>
          <a:solidFill>
            <a:srgbClr val="C0504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sp>
        <p:nvSpPr>
          <p:cNvPr id="92" name="外圈細環"/>
          <p:cNvSpPr/>
          <p:nvPr/>
        </p:nvSpPr>
        <p:spPr>
          <a:xfrm>
            <a:off x="3607896" y="4782312"/>
            <a:ext cx="676656" cy="6766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大圓"/>
          <p:cNvSpPr/>
          <p:nvPr/>
        </p:nvSpPr>
        <p:spPr>
          <a:xfrm>
            <a:off x="3662760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sp>
        <p:nvSpPr>
          <p:cNvPr id="97" name="編號"/>
          <p:cNvSpPr/>
          <p:nvPr/>
        </p:nvSpPr>
        <p:spPr>
          <a:xfrm>
            <a:off x="6205576" y="4965192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  <p:sp>
        <p:nvSpPr>
          <p:cNvPr id="98" name="編號"/>
          <p:cNvSpPr/>
          <p:nvPr/>
        </p:nvSpPr>
        <p:spPr>
          <a:xfrm>
            <a:off x="6589624" y="4965192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  <p:sp>
        <p:nvSpPr>
          <p:cNvPr id="99" name="編號"/>
          <p:cNvSpPr/>
          <p:nvPr/>
        </p:nvSpPr>
        <p:spPr>
          <a:xfrm>
            <a:off x="6973672" y="4965192"/>
            <a:ext cx="310896" cy="310896"/>
          </a:xfrm>
          <a:prstGeom prst="ellipse">
            <a:avLst/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sp>
        <p:nvSpPr>
          <p:cNvPr id="103" name="標籤"/>
          <p:cNvSpPr/>
          <p:nvPr/>
        </p:nvSpPr>
        <p:spPr>
          <a:xfrm>
            <a:off x="8990199" y="4983480"/>
            <a:ext cx="517144" cy="27432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100" dirty="0"/>
          </a:p>
        </p:txBody>
      </p:sp>
      <p:sp>
        <p:nvSpPr>
          <p:cNvPr id="104" name="標籤"/>
          <p:cNvSpPr/>
          <p:nvPr/>
        </p:nvSpPr>
        <p:spPr>
          <a:xfrm>
            <a:off x="9580495" y="4983480"/>
            <a:ext cx="5171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100" dirty="0"/>
          </a:p>
        </p:txBody>
      </p: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sp>
        <p:nvSpPr>
          <p:cNvPr id="106" name="圓點"/>
          <p:cNvSpPr/>
          <p:nvPr/>
        </p:nvSpPr>
        <p:spPr>
          <a:xfrm>
            <a:off x="10600443" y="5052060"/>
            <a:ext cx="137160" cy="1371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圓點"/>
          <p:cNvSpPr/>
          <p:nvPr/>
        </p:nvSpPr>
        <p:spPr>
          <a:xfrm>
            <a:off x="10874763" y="5052060"/>
            <a:ext cx="137160" cy="137160"/>
          </a:xfrm>
          <a:prstGeom prst="ellipse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圓點"/>
          <p:cNvSpPr/>
          <p:nvPr/>
        </p:nvSpPr>
        <p:spPr>
          <a:xfrm>
            <a:off x="11149083" y="5052060"/>
            <a:ext cx="137160" cy="137160"/>
          </a:xfrm>
          <a:prstGeom prst="ellipse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sp>
        <p:nvSpPr>
          <p:cNvPr id="112" name="群組框"/>
          <p:cNvSpPr/>
          <p:nvPr/>
        </p:nvSpPr>
        <p:spPr>
          <a:xfrm>
            <a:off x="1998160" y="5715000"/>
            <a:ext cx="1097280" cy="365760"/>
          </a:xfrm>
          <a:prstGeom prst="roundRect">
            <a:avLst>
              <a:gd name="adj" fmla="val 7500"/>
            </a:avLst>
          </a:prstGeom>
          <a:ln w="9525">
            <a:solidFill>
              <a:srgbClr val="8C8C8C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群組名稱"/>
          <p:cNvSpPr/>
          <p:nvPr/>
        </p:nvSpPr>
        <p:spPr>
          <a:xfrm>
            <a:off x="2089600" y="5632704"/>
            <a:ext cx="566928" cy="164592"/>
          </a:xfrm>
          <a:prstGeom prst="rect">
            <a:avLst/>
          </a:prstGeom>
          <a:solidFill>
            <a:srgbClr val="F5F5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群組 A</a:t>
            </a:r>
            <a:endParaRPr lang="en-US" sz="800" dirty="0"/>
          </a:p>
        </p:txBody>
      </p: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sp>
        <p:nvSpPr>
          <p:cNvPr id="121" name="卡片"/>
          <p:cNvSpPr/>
          <p:nvPr/>
        </p:nvSpPr>
        <p:spPr>
          <a:xfrm>
            <a:off x="7595855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表頭"/>
          <p:cNvSpPr/>
          <p:nvPr/>
        </p:nvSpPr>
        <p:spPr>
          <a:xfrm>
            <a:off x="7595855" y="5660136"/>
            <a:ext cx="1097280" cy="146304"/>
          </a:xfrm>
          <a:custGeom>
            <a:avLst/>
            <a:gdLst/>
            <a:ahLst/>
            <a:cxnLst/>
            <a:rect l="l" t="t" r="r" b="b"/>
            <a:pathLst>
              <a:path w="1097280" h="146304">
                <a:moveTo>
                  <a:pt x="0" y="146304"/>
                </a:moveTo>
                <a:lnTo>
                  <a:pt x="0" y="27432"/>
                </a:lnTo>
                <a:arcTo hR="27432" wR="27432" stAng="10800000" swAng="5400000"/>
                <a:lnTo>
                  <a:pt x="1069848" y="0"/>
                </a:lnTo>
                <a:arcTo hR="27432" wR="27432" stAng="16200000" swAng="5400000"/>
                <a:lnTo>
                  <a:pt x="1097280" y="146304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sp>
        <p:nvSpPr>
          <p:cNvPr id="124" name="卡片"/>
          <p:cNvSpPr/>
          <p:nvPr/>
        </p:nvSpPr>
        <p:spPr>
          <a:xfrm>
            <a:off x="8995279" y="566013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側邊色條"/>
          <p:cNvSpPr/>
          <p:nvPr/>
        </p:nvSpPr>
        <p:spPr>
          <a:xfrm>
            <a:off x="8995279" y="5660136"/>
            <a:ext cx="54864" cy="420624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sp>
        <p:nvSpPr>
          <p:cNvPr id="127" name="寬欄條"/>
          <p:cNvSpPr/>
          <p:nvPr/>
        </p:nvSpPr>
        <p:spPr>
          <a:xfrm>
            <a:off x="10577583" y="5660136"/>
            <a:ext cx="310896" cy="420624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寬欄條"/>
          <p:cNvSpPr/>
          <p:nvPr/>
        </p:nvSpPr>
        <p:spPr>
          <a:xfrm>
            <a:off x="10998207" y="5660136"/>
            <a:ext cx="310896" cy="420624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色彩、字級與元件語言一覽：炭灰細框直角卡＋角落標籤緞帶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#404040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#262626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#E7E7E7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#5B9BD5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1pt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27432"/>
                </a:lnTo>
                <a:arcTo hR="27432" wR="27432" stAng="10800000" swAng="5400000"/>
                <a:lnTo>
                  <a:pt x="1161288" y="0"/>
                </a:lnTo>
                <a:arcTo hR="27432" wR="2743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細線箭頭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線條"/>
          <p:cNvSpPr/>
          <p:nvPr/>
        </p:nvSpPr>
        <p:spPr>
          <a:xfrm>
            <a:off x="769010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8" name="線條"/>
          <p:cNvSpPr/>
          <p:nvPr/>
        </p:nvSpPr>
        <p:spPr>
          <a:xfrm>
            <a:off x="878738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實線＋三角箭頭</a:t>
            </a:r>
            <a:endParaRPr lang="en-US" sz="1000" dirty="0"/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細框方塊</a:t>
            </a:r>
            <a:endParaRPr lang="en-US" sz="1000" dirty="0"/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7687056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8189976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8790432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9293352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4591660" y="3895344"/>
            <a:ext cx="745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000" dirty="0"/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7432"/>
                </a:lnTo>
                <a:arcTo hR="27432" wR="27432" stAng="10800000" swAng="5400000"/>
                <a:lnTo>
                  <a:pt x="3383280" y="0"/>
                </a:lnTo>
                <a:arcTo hR="27432" wR="27432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404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5B9B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線條"/>
          <p:cNvSpPr/>
          <p:nvPr/>
        </p:nvSpPr>
        <p:spPr>
          <a:xfrm>
            <a:off x="7773314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8276234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1" name="線條"/>
          <p:cNvSpPr/>
          <p:nvPr/>
        </p:nvSpPr>
        <p:spPr>
          <a:xfrm>
            <a:off x="9740189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10243109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3" name="流程鏈"/>
          <p:cNvSpPr/>
          <p:nvPr/>
        </p:nvSpPr>
        <p:spPr>
          <a:xfrm>
            <a:off x="630936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4" name="線條"/>
          <p:cNvSpPr/>
          <p:nvPr/>
        </p:nvSpPr>
        <p:spPr>
          <a:xfrm>
            <a:off x="702398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746454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817916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861972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8" name="線條"/>
          <p:cNvSpPr/>
          <p:nvPr/>
        </p:nvSpPr>
        <p:spPr>
          <a:xfrm>
            <a:off x="933434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977489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30" name="線條"/>
          <p:cNvSpPr/>
          <p:nvPr/>
        </p:nvSpPr>
        <p:spPr>
          <a:xfrm>
            <a:off x="10489521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1093007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2" name="流程鏈"/>
          <p:cNvSpPr/>
          <p:nvPr/>
        </p:nvSpPr>
        <p:spPr>
          <a:xfrm>
            <a:off x="6309360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7281596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7784516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8756752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9259672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10231907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10734827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09360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84516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59672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734827" y="5138928"/>
            <a:ext cx="908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110945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210306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4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5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線條"/>
          <p:cNvSpPr/>
          <p:nvPr/>
        </p:nvSpPr>
        <p:spPr>
          <a:xfrm>
            <a:off x="3983431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7681570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2421880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線條"/>
          <p:cNvSpPr/>
          <p:nvPr/>
        </p:nvSpPr>
        <p:spPr>
          <a:xfrm>
            <a:off x="4724888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線條"/>
          <p:cNvSpPr/>
          <p:nvPr/>
        </p:nvSpPr>
        <p:spPr>
          <a:xfrm>
            <a:off x="7027896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線條"/>
          <p:cNvSpPr/>
          <p:nvPr/>
        </p:nvSpPr>
        <p:spPr>
          <a:xfrm>
            <a:off x="9330903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5B9BD5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DBDBD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2026-10-08T23:05:43Z</dcterms:created>
  <dcterms:modified xsi:type="dcterms:W3CDTF">2026-10-08T23:05:43Z</dcterms:modified>
</cp:coreProperties>
</file>