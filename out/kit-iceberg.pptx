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" cy="93268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786384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1005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一頁看完本風格的所有元件變化：挑好樣式，直接複製圖形使用</a:t>
            </a:r>
            <a:endParaRPr lang="en-US" sz="1600" dirty="0"/>
          </a:p>
        </p:txBody>
      </p:sp>
      <p:sp>
        <p:nvSpPr>
          <p:cNvPr id="6" name="類別"/>
          <p:cNvSpPr/>
          <p:nvPr/>
        </p:nvSpPr>
        <p:spPr>
          <a:xfrm>
            <a:off x="548640" y="165049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7" name="流程方塊"/>
          <p:cNvSpPr/>
          <p:nvPr/>
        </p:nvSpPr>
        <p:spPr>
          <a:xfrm>
            <a:off x="1998160" y="1581912"/>
            <a:ext cx="10972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8" name="圖說"/>
          <p:cNvSpPr/>
          <p:nvPr/>
        </p:nvSpPr>
        <p:spPr>
          <a:xfrm>
            <a:off x="1874520" y="19979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850" dirty="0"/>
          </a:p>
        </p:txBody>
      </p:sp>
      <p:sp>
        <p:nvSpPr>
          <p:cNvPr id="9" name="流程方塊"/>
          <p:cNvSpPr/>
          <p:nvPr/>
        </p:nvSpPr>
        <p:spPr>
          <a:xfrm>
            <a:off x="3397584" y="1581912"/>
            <a:ext cx="10972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4836" dist="24257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0" name="圖說"/>
          <p:cNvSpPr/>
          <p:nvPr/>
        </p:nvSpPr>
        <p:spPr>
          <a:xfrm>
            <a:off x="3273944" y="19979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11" name="流程方塊"/>
          <p:cNvSpPr/>
          <p:nvPr/>
        </p:nvSpPr>
        <p:spPr>
          <a:xfrm>
            <a:off x="4797008" y="1581912"/>
            <a:ext cx="1097280" cy="384048"/>
          </a:xfrm>
          <a:prstGeom prst="roundRect">
            <a:avLst>
              <a:gd name="adj" fmla="val 7143"/>
            </a:avLst>
          </a:prstGeom>
          <a:solidFill>
            <a:srgbClr val="E7E7E7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2" name="圖說"/>
          <p:cNvSpPr/>
          <p:nvPr/>
        </p:nvSpPr>
        <p:spPr>
          <a:xfrm>
            <a:off x="4673368" y="19979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13" name="流程方塊"/>
          <p:cNvSpPr/>
          <p:nvPr/>
        </p:nvSpPr>
        <p:spPr>
          <a:xfrm>
            <a:off x="6196432" y="1581912"/>
            <a:ext cx="1097280" cy="384048"/>
          </a:xfrm>
          <a:prstGeom prst="roundRect">
            <a:avLst>
              <a:gd name="adj" fmla="val 7143"/>
            </a:avLst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4" name="圖說"/>
          <p:cNvSpPr/>
          <p:nvPr/>
        </p:nvSpPr>
        <p:spPr>
          <a:xfrm>
            <a:off x="6072792" y="19979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15" name="流程方塊"/>
          <p:cNvSpPr/>
          <p:nvPr/>
        </p:nvSpPr>
        <p:spPr>
          <a:xfrm>
            <a:off x="7595855" y="1581912"/>
            <a:ext cx="10972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404040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6" name="圖說"/>
          <p:cNvSpPr/>
          <p:nvPr/>
        </p:nvSpPr>
        <p:spPr>
          <a:xfrm>
            <a:off x="7472216" y="19979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850" dirty="0"/>
          </a:p>
        </p:txBody>
      </p:sp>
      <p:sp>
        <p:nvSpPr>
          <p:cNvPr id="17" name="流程方塊"/>
          <p:cNvSpPr/>
          <p:nvPr/>
        </p:nvSpPr>
        <p:spPr>
          <a:xfrm>
            <a:off x="8995279" y="1581912"/>
            <a:ext cx="1097280" cy="384048"/>
          </a:xfrm>
          <a:prstGeom prst="roundRect">
            <a:avLst>
              <a:gd name="adj" fmla="val 7143"/>
            </a:avLst>
          </a:prstGeom>
          <a:solidFill>
            <a:srgbClr val="404040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150" dirty="0"/>
          </a:p>
        </p:txBody>
      </p:sp>
      <p:sp>
        <p:nvSpPr>
          <p:cNvPr id="18" name="圖說"/>
          <p:cNvSpPr/>
          <p:nvPr/>
        </p:nvSpPr>
        <p:spPr>
          <a:xfrm>
            <a:off x="8871639" y="19979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19" name="流程方塊"/>
          <p:cNvSpPr/>
          <p:nvPr/>
        </p:nvSpPr>
        <p:spPr>
          <a:xfrm>
            <a:off x="10394703" y="1581912"/>
            <a:ext cx="10972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150" dirty="0"/>
          </a:p>
        </p:txBody>
      </p:sp>
      <p:sp>
        <p:nvSpPr>
          <p:cNvPr id="20" name="圖說"/>
          <p:cNvSpPr/>
          <p:nvPr/>
        </p:nvSpPr>
        <p:spPr>
          <a:xfrm>
            <a:off x="10271063" y="19979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850" dirty="0"/>
          </a:p>
        </p:txBody>
      </p:sp>
      <p:sp>
        <p:nvSpPr>
          <p:cNvPr id="21" name="線條"/>
          <p:cNvSpPr/>
          <p:nvPr/>
        </p:nvSpPr>
        <p:spPr>
          <a:xfrm>
            <a:off x="548640" y="217170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548640" y="233629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3" name="判斷菱形"/>
          <p:cNvSpPr/>
          <p:nvPr/>
        </p:nvSpPr>
        <p:spPr>
          <a:xfrm>
            <a:off x="2066740" y="222199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4" name="圖說"/>
          <p:cNvSpPr/>
          <p:nvPr/>
        </p:nvSpPr>
        <p:spPr>
          <a:xfrm>
            <a:off x="1874520" y="272948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25" name="判斷菱形"/>
          <p:cNvSpPr/>
          <p:nvPr/>
        </p:nvSpPr>
        <p:spPr>
          <a:xfrm>
            <a:off x="3466164" y="2221992"/>
            <a:ext cx="960120" cy="475488"/>
          </a:xfrm>
          <a:prstGeom prst="diamond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6" name="圖說"/>
          <p:cNvSpPr/>
          <p:nvPr/>
        </p:nvSpPr>
        <p:spPr>
          <a:xfrm>
            <a:off x="3273944" y="272948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27" name="判斷菱形"/>
          <p:cNvSpPr/>
          <p:nvPr/>
        </p:nvSpPr>
        <p:spPr>
          <a:xfrm>
            <a:off x="4865588" y="2221992"/>
            <a:ext cx="960120" cy="475488"/>
          </a:xfrm>
          <a:prstGeom prst="diamond">
            <a:avLst/>
          </a:prstGeom>
          <a:solidFill>
            <a:srgbClr val="E7E7E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8" name="圖說"/>
          <p:cNvSpPr/>
          <p:nvPr/>
        </p:nvSpPr>
        <p:spPr>
          <a:xfrm>
            <a:off x="4673368" y="272948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29" name="判斷菱形"/>
          <p:cNvSpPr/>
          <p:nvPr/>
        </p:nvSpPr>
        <p:spPr>
          <a:xfrm>
            <a:off x="6265012" y="2221992"/>
            <a:ext cx="960120" cy="47548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0" name="圖說"/>
          <p:cNvSpPr/>
          <p:nvPr/>
        </p:nvSpPr>
        <p:spPr>
          <a:xfrm>
            <a:off x="6072792" y="272948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850" dirty="0"/>
          </a:p>
        </p:txBody>
      </p:sp>
      <p:sp>
        <p:nvSpPr>
          <p:cNvPr id="31" name="判斷菱形"/>
          <p:cNvSpPr/>
          <p:nvPr/>
        </p:nvSpPr>
        <p:spPr>
          <a:xfrm>
            <a:off x="7664435" y="2221992"/>
            <a:ext cx="960120" cy="475488"/>
          </a:xfrm>
          <a:prstGeom prst="diamond">
            <a:avLst/>
          </a:prstGeom>
          <a:solidFill>
            <a:srgbClr val="404040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2" name="圖說"/>
          <p:cNvSpPr/>
          <p:nvPr/>
        </p:nvSpPr>
        <p:spPr>
          <a:xfrm>
            <a:off x="7472216" y="272948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33" name="判斷菱形"/>
          <p:cNvSpPr/>
          <p:nvPr/>
        </p:nvSpPr>
        <p:spPr>
          <a:xfrm>
            <a:off x="9063859" y="222199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4" name="圖說"/>
          <p:cNvSpPr/>
          <p:nvPr/>
        </p:nvSpPr>
        <p:spPr>
          <a:xfrm>
            <a:off x="8871639" y="272948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8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0330695" y="2221992"/>
            <a:ext cx="1115568" cy="475488"/>
            <a:chOff x="10330695" y="2221992"/>
            <a:chExt cx="1115568" cy="475488"/>
          </a:xfrm>
        </p:grpSpPr>
        <p:sp>
          <p:nvSpPr>
            <p:cNvPr id="35" name="判斷菱形"/>
            <p:cNvSpPr/>
            <p:nvPr/>
          </p:nvSpPr>
          <p:spPr>
            <a:xfrm>
              <a:off x="10330695" y="2221992"/>
              <a:ext cx="566928" cy="475488"/>
            </a:xfrm>
            <a:prstGeom prst="diamond">
              <a:avLst/>
            </a:prstGeom>
            <a:solidFill>
              <a:srgbClr val="FFFFFF"/>
            </a:solidFill>
            <a:ln w="15875">
              <a:solidFill>
                <a:srgbClr val="40404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10897623" y="2459736"/>
              <a:ext cx="548640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37" name="標註"/>
            <p:cNvSpPr/>
            <p:nvPr/>
          </p:nvSpPr>
          <p:spPr>
            <a:xfrm>
              <a:off x="10915911" y="2276856"/>
              <a:ext cx="2743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0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10271063" y="272948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850" dirty="0"/>
          </a:p>
        </p:txBody>
      </p:sp>
      <p:sp>
        <p:nvSpPr>
          <p:cNvPr id="39" name="線條"/>
          <p:cNvSpPr/>
          <p:nvPr/>
        </p:nvSpPr>
        <p:spPr>
          <a:xfrm>
            <a:off x="548640" y="290322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548640" y="3003804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400" dirty="0"/>
          </a:p>
        </p:txBody>
      </p:sp>
      <p:sp>
        <p:nvSpPr>
          <p:cNvPr id="41" name="開始／結束"/>
          <p:cNvSpPr/>
          <p:nvPr/>
        </p:nvSpPr>
        <p:spPr>
          <a:xfrm>
            <a:off x="1998160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404040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2" name="圖說"/>
          <p:cNvSpPr/>
          <p:nvPr/>
        </p:nvSpPr>
        <p:spPr>
          <a:xfrm>
            <a:off x="1874520" y="33329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43" name="開始／結束"/>
          <p:cNvSpPr/>
          <p:nvPr/>
        </p:nvSpPr>
        <p:spPr>
          <a:xfrm>
            <a:off x="3397584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7E7E7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4" name="圖說"/>
          <p:cNvSpPr/>
          <p:nvPr/>
        </p:nvSpPr>
        <p:spPr>
          <a:xfrm>
            <a:off x="3273944" y="33329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45" name="開始／結束"/>
          <p:cNvSpPr/>
          <p:nvPr/>
        </p:nvSpPr>
        <p:spPr>
          <a:xfrm>
            <a:off x="4797008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6" name="圖說"/>
          <p:cNvSpPr/>
          <p:nvPr/>
        </p:nvSpPr>
        <p:spPr>
          <a:xfrm>
            <a:off x="4673368" y="33329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47" name="開始／結束"/>
          <p:cNvSpPr/>
          <p:nvPr/>
        </p:nvSpPr>
        <p:spPr>
          <a:xfrm>
            <a:off x="6196432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76835" dist="21971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8" name="圖說"/>
          <p:cNvSpPr/>
          <p:nvPr/>
        </p:nvSpPr>
        <p:spPr>
          <a:xfrm>
            <a:off x="6072792" y="33329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49" name="開始／結束"/>
          <p:cNvSpPr/>
          <p:nvPr/>
        </p:nvSpPr>
        <p:spPr>
          <a:xfrm>
            <a:off x="7595855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50" name="圖說"/>
          <p:cNvSpPr/>
          <p:nvPr/>
        </p:nvSpPr>
        <p:spPr>
          <a:xfrm>
            <a:off x="7472216" y="33329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51" name="開始／結束"/>
          <p:cNvSpPr/>
          <p:nvPr/>
        </p:nvSpPr>
        <p:spPr>
          <a:xfrm>
            <a:off x="8995279" y="295351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52" name="圖說"/>
          <p:cNvSpPr/>
          <p:nvPr/>
        </p:nvSpPr>
        <p:spPr>
          <a:xfrm>
            <a:off x="8871639" y="33329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850" dirty="0"/>
          </a:p>
        </p:txBody>
      </p:sp>
      <p:sp>
        <p:nvSpPr>
          <p:cNvPr id="53" name="線條"/>
          <p:cNvSpPr/>
          <p:nvPr/>
        </p:nvSpPr>
        <p:spPr>
          <a:xfrm>
            <a:off x="548640" y="350672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54" name="類別"/>
          <p:cNvSpPr/>
          <p:nvPr/>
        </p:nvSpPr>
        <p:spPr>
          <a:xfrm>
            <a:off x="548640" y="361645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400" dirty="0"/>
          </a:p>
        </p:txBody>
      </p:sp>
      <p:sp>
        <p:nvSpPr>
          <p:cNvPr id="55" name="線條"/>
          <p:cNvSpPr/>
          <p:nvPr/>
        </p:nvSpPr>
        <p:spPr>
          <a:xfrm>
            <a:off x="2016448" y="3739896"/>
            <a:ext cx="1060704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56" name="圖說"/>
          <p:cNvSpPr/>
          <p:nvPr/>
        </p:nvSpPr>
        <p:spPr>
          <a:xfrm>
            <a:off x="1874520" y="395478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850" dirty="0"/>
          </a:p>
        </p:txBody>
      </p:sp>
      <p:sp>
        <p:nvSpPr>
          <p:cNvPr id="57" name="線條"/>
          <p:cNvSpPr/>
          <p:nvPr/>
        </p:nvSpPr>
        <p:spPr>
          <a:xfrm>
            <a:off x="3415872" y="3739896"/>
            <a:ext cx="1060704" cy="0"/>
          </a:xfrm>
          <a:prstGeom prst="line">
            <a:avLst/>
          </a:prstGeom>
          <a:noFill/>
          <a:ln w="285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58" name="圖說"/>
          <p:cNvSpPr/>
          <p:nvPr/>
        </p:nvSpPr>
        <p:spPr>
          <a:xfrm>
            <a:off x="3273944" y="395478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850" dirty="0"/>
          </a:p>
        </p:txBody>
      </p:sp>
      <p:sp>
        <p:nvSpPr>
          <p:cNvPr id="59" name="連接線"/>
          <p:cNvSpPr/>
          <p:nvPr/>
        </p:nvSpPr>
        <p:spPr>
          <a:xfrm>
            <a:off x="4815296" y="3602736"/>
            <a:ext cx="1060704" cy="274320"/>
          </a:xfrm>
          <a:custGeom>
            <a:avLst/>
            <a:gdLst/>
            <a:ahLst/>
            <a:cxnLst/>
            <a:rect l="l" t="t" r="r" b="b"/>
            <a:pathLst>
              <a:path w="1060704" h="274320">
                <a:moveTo>
                  <a:pt x="0" y="0"/>
                </a:moveTo>
                <a:lnTo>
                  <a:pt x="530352" y="0"/>
                </a:lnTo>
                <a:lnTo>
                  <a:pt x="530352" y="274320"/>
                </a:lnTo>
                <a:lnTo>
                  <a:pt x="1060704" y="27432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4673368" y="395478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850" dirty="0"/>
          </a:p>
        </p:txBody>
      </p:sp>
      <p:sp>
        <p:nvSpPr>
          <p:cNvPr id="61" name="線條"/>
          <p:cNvSpPr/>
          <p:nvPr/>
        </p:nvSpPr>
        <p:spPr>
          <a:xfrm>
            <a:off x="6214720" y="3739896"/>
            <a:ext cx="1060704" cy="0"/>
          </a:xfrm>
          <a:prstGeom prst="line">
            <a:avLst/>
          </a:prstGeom>
          <a:noFill/>
          <a:ln w="1270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2" name="圖說"/>
          <p:cNvSpPr/>
          <p:nvPr/>
        </p:nvSpPr>
        <p:spPr>
          <a:xfrm>
            <a:off x="6072792" y="395478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850" dirty="0"/>
          </a:p>
        </p:txBody>
      </p:sp>
      <p:sp>
        <p:nvSpPr>
          <p:cNvPr id="63" name="線條"/>
          <p:cNvSpPr/>
          <p:nvPr/>
        </p:nvSpPr>
        <p:spPr>
          <a:xfrm>
            <a:off x="7614143" y="3739896"/>
            <a:ext cx="1060704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4" name="圖說"/>
          <p:cNvSpPr/>
          <p:nvPr/>
        </p:nvSpPr>
        <p:spPr>
          <a:xfrm>
            <a:off x="7472216" y="395478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8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9214735" y="3611880"/>
            <a:ext cx="640080" cy="256032"/>
            <a:chOff x="9214735" y="3611880"/>
            <a:chExt cx="640080" cy="256032"/>
          </a:xfrm>
        </p:grpSpPr>
        <p:sp>
          <p:nvSpPr>
            <p:cNvPr id="65" name="三角分隔"/>
            <p:cNvSpPr/>
            <p:nvPr/>
          </p:nvSpPr>
          <p:spPr>
            <a:xfrm>
              <a:off x="9214735" y="3639312"/>
              <a:ext cx="155448" cy="201168"/>
            </a:xfrm>
            <a:custGeom>
              <a:avLst/>
              <a:gdLst/>
              <a:ahLst/>
              <a:cxnLst/>
              <a:rect l="l" t="t" r="r" b="b"/>
              <a:pathLst>
                <a:path w="155448" h="201168">
                  <a:moveTo>
                    <a:pt x="0" y="0"/>
                  </a:moveTo>
                  <a:lnTo>
                    <a:pt x="155448" y="100584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59595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V 形分隔"/>
            <p:cNvSpPr/>
            <p:nvPr/>
          </p:nvSpPr>
          <p:spPr>
            <a:xfrm>
              <a:off x="9708511" y="3611880"/>
              <a:ext cx="146304" cy="256032"/>
            </a:xfrm>
            <a:prstGeom prst="chevron">
              <a:avLst>
                <a:gd name="adj" fmla="val 62500"/>
              </a:avLst>
            </a:prstGeom>
            <a:solidFill>
              <a:srgbClr val="40404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7" name="圖說"/>
          <p:cNvSpPr/>
          <p:nvPr/>
        </p:nvSpPr>
        <p:spPr>
          <a:xfrm>
            <a:off x="8871639" y="395478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850" dirty="0"/>
          </a:p>
        </p:txBody>
      </p:sp>
      <p:sp>
        <p:nvSpPr>
          <p:cNvPr id="68" name="區塊箭頭"/>
          <p:cNvSpPr/>
          <p:nvPr/>
        </p:nvSpPr>
        <p:spPr>
          <a:xfrm>
            <a:off x="10440423" y="3557016"/>
            <a:ext cx="1005840" cy="365760"/>
          </a:xfrm>
          <a:custGeom>
            <a:avLst/>
            <a:gdLst/>
            <a:ahLst/>
            <a:cxnLst/>
            <a:rect l="l" t="t" r="r" b="b"/>
            <a:pathLst>
              <a:path w="1005840" h="365760">
                <a:moveTo>
                  <a:pt x="0" y="109728"/>
                </a:moveTo>
                <a:lnTo>
                  <a:pt x="786384" y="109728"/>
                </a:lnTo>
                <a:lnTo>
                  <a:pt x="786384" y="0"/>
                </a:lnTo>
                <a:lnTo>
                  <a:pt x="1005840" y="182880"/>
                </a:lnTo>
                <a:lnTo>
                  <a:pt x="786384" y="365760"/>
                </a:lnTo>
                <a:lnTo>
                  <a:pt x="786384" y="256032"/>
                </a:lnTo>
                <a:lnTo>
                  <a:pt x="0" y="256032"/>
                </a:lnTo>
                <a:close/>
              </a:path>
            </a:pathLst>
          </a:custGeom>
          <a:solidFill>
            <a:srgbClr val="404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10271063" y="395478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850" dirty="0"/>
          </a:p>
        </p:txBody>
      </p:sp>
      <p:sp>
        <p:nvSpPr>
          <p:cNvPr id="70" name="線條"/>
          <p:cNvSpPr/>
          <p:nvPr/>
        </p:nvSpPr>
        <p:spPr>
          <a:xfrm>
            <a:off x="548640" y="4128516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71" name="類別"/>
          <p:cNvSpPr/>
          <p:nvPr/>
        </p:nvSpPr>
        <p:spPr>
          <a:xfrm>
            <a:off x="548640" y="425653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72" name="警示方塊"/>
          <p:cNvSpPr/>
          <p:nvPr/>
        </p:nvSpPr>
        <p:spPr>
          <a:xfrm>
            <a:off x="1998160" y="4178808"/>
            <a:ext cx="109728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150" dirty="0"/>
          </a:p>
        </p:txBody>
      </p:sp>
      <p:sp>
        <p:nvSpPr>
          <p:cNvPr id="73" name="圖說"/>
          <p:cNvSpPr/>
          <p:nvPr/>
        </p:nvSpPr>
        <p:spPr>
          <a:xfrm>
            <a:off x="1874520" y="46131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850" dirty="0"/>
          </a:p>
        </p:txBody>
      </p:sp>
      <p:sp>
        <p:nvSpPr>
          <p:cNvPr id="74" name="警示方塊"/>
          <p:cNvSpPr/>
          <p:nvPr/>
        </p:nvSpPr>
        <p:spPr>
          <a:xfrm>
            <a:off x="3397584" y="4178808"/>
            <a:ext cx="1097280" cy="402336"/>
          </a:xfrm>
          <a:prstGeom prst="roundRect">
            <a:avLst>
              <a:gd name="adj" fmla="val 6818"/>
            </a:avLst>
          </a:prstGeom>
          <a:solidFill>
            <a:srgbClr val="F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75" name="圖說"/>
          <p:cNvSpPr/>
          <p:nvPr/>
        </p:nvSpPr>
        <p:spPr>
          <a:xfrm>
            <a:off x="3273944" y="46131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850" dirty="0"/>
          </a:p>
        </p:txBody>
      </p:sp>
      <p:sp>
        <p:nvSpPr>
          <p:cNvPr id="76" name="警示方塊"/>
          <p:cNvSpPr/>
          <p:nvPr/>
        </p:nvSpPr>
        <p:spPr>
          <a:xfrm>
            <a:off x="4797008" y="4178808"/>
            <a:ext cx="1097280" cy="402336"/>
          </a:xfrm>
          <a:prstGeom prst="roundRect">
            <a:avLst>
              <a:gd name="adj" fmla="val 6818"/>
            </a:avLst>
          </a:prstGeom>
          <a:solidFill>
            <a:srgbClr val="C0504D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150" dirty="0"/>
          </a:p>
        </p:txBody>
      </p:sp>
      <p:sp>
        <p:nvSpPr>
          <p:cNvPr id="77" name="圖說"/>
          <p:cNvSpPr/>
          <p:nvPr/>
        </p:nvSpPr>
        <p:spPr>
          <a:xfrm>
            <a:off x="4673368" y="46131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8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6507050" y="4174785"/>
            <a:ext cx="476044" cy="410383"/>
            <a:chOff x="6507050" y="4174785"/>
            <a:chExt cx="476044" cy="410383"/>
          </a:xfrm>
        </p:grpSpPr>
        <p:sp>
          <p:nvSpPr>
            <p:cNvPr id="78" name="警告三角"/>
            <p:cNvSpPr/>
            <p:nvPr/>
          </p:nvSpPr>
          <p:spPr>
            <a:xfrm>
              <a:off x="6507050" y="4174785"/>
              <a:ext cx="476044" cy="410383"/>
            </a:xfrm>
            <a:custGeom>
              <a:avLst/>
              <a:gdLst/>
              <a:ahLst/>
              <a:cxnLst/>
              <a:rect l="l" t="t" r="r" b="b"/>
              <a:pathLst>
                <a:path w="476044" h="410383">
                  <a:moveTo>
                    <a:pt x="0" y="410383"/>
                  </a:moveTo>
                  <a:lnTo>
                    <a:pt x="238022" y="0"/>
                  </a:lnTo>
                  <a:lnTo>
                    <a:pt x="476044" y="410383"/>
                  </a:lnTo>
                  <a:close/>
                </a:path>
              </a:pathLst>
            </a:custGeom>
            <a:solidFill>
              <a:srgbClr val="C0504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9" name="驚嘆號"/>
            <p:cNvSpPr/>
            <p:nvPr/>
          </p:nvSpPr>
          <p:spPr>
            <a:xfrm>
              <a:off x="6507050" y="4297899"/>
              <a:ext cx="476044" cy="279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700" dirty="0"/>
            </a:p>
          </p:txBody>
        </p:sp>
      </p:grpSp>
      <p:sp>
        <p:nvSpPr>
          <p:cNvPr id="80" name="圖說"/>
          <p:cNvSpPr/>
          <p:nvPr/>
        </p:nvSpPr>
        <p:spPr>
          <a:xfrm>
            <a:off x="6072792" y="46131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850" dirty="0"/>
          </a:p>
        </p:txBody>
      </p:sp>
      <p:sp>
        <p:nvSpPr>
          <p:cNvPr id="81" name="錯誤標記"/>
          <p:cNvSpPr/>
          <p:nvPr/>
        </p:nvSpPr>
        <p:spPr>
          <a:xfrm>
            <a:off x="7979538" y="4215018"/>
            <a:ext cx="329916" cy="329916"/>
          </a:xfrm>
          <a:prstGeom prst="ellipse">
            <a:avLst/>
          </a:prstGeom>
          <a:solidFill>
            <a:srgbClr val="C050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82" name="圖說"/>
          <p:cNvSpPr/>
          <p:nvPr/>
        </p:nvSpPr>
        <p:spPr>
          <a:xfrm>
            <a:off x="7472216" y="46131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8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8995279" y="4119372"/>
            <a:ext cx="1156716" cy="461772"/>
            <a:chOff x="8995279" y="4119372"/>
            <a:chExt cx="1156716" cy="461772"/>
          </a:xfrm>
        </p:grpSpPr>
        <p:sp>
          <p:nvSpPr>
            <p:cNvPr id="83" name="流程方塊"/>
            <p:cNvSpPr/>
            <p:nvPr/>
          </p:nvSpPr>
          <p:spPr>
            <a:xfrm>
              <a:off x="8995279" y="4178808"/>
              <a:ext cx="1097280" cy="402336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150" dirty="0"/>
            </a:p>
          </p:txBody>
        </p:sp>
        <p:sp>
          <p:nvSpPr>
            <p:cNvPr id="84" name="提示紅點"/>
            <p:cNvSpPr/>
            <p:nvPr/>
          </p:nvSpPr>
          <p:spPr>
            <a:xfrm>
              <a:off x="9996547" y="4119372"/>
              <a:ext cx="155448" cy="155448"/>
            </a:xfrm>
            <a:prstGeom prst="ellipse">
              <a:avLst/>
            </a:prstGeom>
            <a:solidFill>
              <a:srgbClr val="C0504D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5" name="圖說"/>
          <p:cNvSpPr/>
          <p:nvPr/>
        </p:nvSpPr>
        <p:spPr>
          <a:xfrm>
            <a:off x="8871639" y="46131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850" dirty="0"/>
          </a:p>
        </p:txBody>
      </p:sp>
      <p:sp>
        <p:nvSpPr>
          <p:cNvPr id="86" name="連接線"/>
          <p:cNvSpPr/>
          <p:nvPr/>
        </p:nvSpPr>
        <p:spPr>
          <a:xfrm>
            <a:off x="10412991" y="4233672"/>
            <a:ext cx="1060704" cy="292608"/>
          </a:xfrm>
          <a:custGeom>
            <a:avLst/>
            <a:gdLst/>
            <a:ahLst/>
            <a:cxnLst/>
            <a:rect l="l" t="t" r="r" b="b"/>
            <a:pathLst>
              <a:path w="1060704" h="292608">
                <a:moveTo>
                  <a:pt x="0" y="0"/>
                </a:moveTo>
                <a:lnTo>
                  <a:pt x="438912" y="0"/>
                </a:lnTo>
                <a:lnTo>
                  <a:pt x="438912" y="292608"/>
                </a:lnTo>
                <a:lnTo>
                  <a:pt x="1060704" y="292608"/>
                </a:lnTo>
              </a:path>
            </a:pathLst>
          </a:custGeom>
          <a:ln w="15875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10271063" y="46131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850" dirty="0"/>
          </a:p>
        </p:txBody>
      </p:sp>
      <p:sp>
        <p:nvSpPr>
          <p:cNvPr id="88" name="線條"/>
          <p:cNvSpPr/>
          <p:nvPr/>
        </p:nvSpPr>
        <p:spPr>
          <a:xfrm>
            <a:off x="548640" y="478688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89" name="類別"/>
          <p:cNvSpPr/>
          <p:nvPr/>
        </p:nvSpPr>
        <p:spPr>
          <a:xfrm>
            <a:off x="548640" y="4997196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400" dirty="0"/>
          </a:p>
        </p:txBody>
      </p:sp>
      <p:sp>
        <p:nvSpPr>
          <p:cNvPr id="90" name="大圓"/>
          <p:cNvSpPr/>
          <p:nvPr/>
        </p:nvSpPr>
        <p:spPr>
          <a:xfrm>
            <a:off x="2263336" y="483717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  <a:effectLst>
            <a:outerShdw blurRad="85344" dist="15240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1874520" y="543610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85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3607896" y="4782312"/>
            <a:ext cx="676656" cy="676656"/>
            <a:chOff x="3607896" y="4782312"/>
            <a:chExt cx="676656" cy="676656"/>
          </a:xfrm>
        </p:grpSpPr>
        <p:sp>
          <p:nvSpPr>
            <p:cNvPr id="92" name="外圈細環"/>
            <p:cNvSpPr/>
            <p:nvPr/>
          </p:nvSpPr>
          <p:spPr>
            <a:xfrm>
              <a:off x="3607896" y="4782312"/>
              <a:ext cx="676656" cy="676656"/>
            </a:xfrm>
            <a:prstGeom prst="ellipse">
              <a:avLst/>
            </a:prstGeom>
            <a:ln w="9525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大圓"/>
            <p:cNvSpPr/>
            <p:nvPr/>
          </p:nvSpPr>
          <p:spPr>
            <a:xfrm>
              <a:off x="3662760" y="4837176"/>
              <a:ext cx="566928" cy="56692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  <a:effectLst>
              <a:outerShdw blurRad="85344" dist="1524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4" name="圖說"/>
          <p:cNvSpPr/>
          <p:nvPr/>
        </p:nvSpPr>
        <p:spPr>
          <a:xfrm>
            <a:off x="3273944" y="543610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850" dirty="0"/>
          </a:p>
        </p:txBody>
      </p:sp>
      <p:sp>
        <p:nvSpPr>
          <p:cNvPr id="95" name="外框圓"/>
          <p:cNvSpPr/>
          <p:nvPr/>
        </p:nvSpPr>
        <p:spPr>
          <a:xfrm>
            <a:off x="5062184" y="483717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4673368" y="543610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85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6205576" y="4965192"/>
            <a:ext cx="1078992" cy="310896"/>
            <a:chOff x="6205576" y="4965192"/>
            <a:chExt cx="1078992" cy="310896"/>
          </a:xfrm>
        </p:grpSpPr>
        <p:sp>
          <p:nvSpPr>
            <p:cNvPr id="97" name="編號"/>
            <p:cNvSpPr/>
            <p:nvPr/>
          </p:nvSpPr>
          <p:spPr>
            <a:xfrm>
              <a:off x="6205576" y="4965192"/>
              <a:ext cx="310896" cy="310896"/>
            </a:xfrm>
            <a:prstGeom prst="ellipse">
              <a:avLst/>
            </a:prstGeom>
            <a:solidFill>
              <a:srgbClr val="404040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98" name="編號"/>
            <p:cNvSpPr/>
            <p:nvPr/>
          </p:nvSpPr>
          <p:spPr>
            <a:xfrm>
              <a:off x="6589624" y="4965192"/>
              <a:ext cx="310896" cy="310896"/>
            </a:xfrm>
            <a:prstGeom prst="ellipse">
              <a:avLst/>
            </a:prstGeom>
            <a:solidFill>
              <a:srgbClr val="404040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100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6973672" y="4965192"/>
              <a:ext cx="310896" cy="310896"/>
            </a:xfrm>
            <a:prstGeom prst="ellipse">
              <a:avLst/>
            </a:prstGeom>
            <a:solidFill>
              <a:srgbClr val="5B9BD5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1000" dirty="0"/>
            </a:p>
          </p:txBody>
        </p:sp>
      </p:grpSp>
      <p:sp>
        <p:nvSpPr>
          <p:cNvPr id="100" name="圖說"/>
          <p:cNvSpPr/>
          <p:nvPr/>
        </p:nvSpPr>
        <p:spPr>
          <a:xfrm>
            <a:off x="6072792" y="543610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850" dirty="0"/>
          </a:p>
        </p:txBody>
      </p:sp>
      <p:sp>
        <p:nvSpPr>
          <p:cNvPr id="101" name="標籤"/>
          <p:cNvSpPr/>
          <p:nvPr/>
        </p:nvSpPr>
        <p:spPr>
          <a:xfrm>
            <a:off x="7742200" y="4974336"/>
            <a:ext cx="804591" cy="29260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100" dirty="0"/>
          </a:p>
        </p:txBody>
      </p:sp>
      <p:sp>
        <p:nvSpPr>
          <p:cNvPr id="102" name="圖說"/>
          <p:cNvSpPr/>
          <p:nvPr/>
        </p:nvSpPr>
        <p:spPr>
          <a:xfrm>
            <a:off x="7472216" y="543610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85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8990199" y="4983480"/>
            <a:ext cx="1107440" cy="274320"/>
            <a:chOff x="8990199" y="4983480"/>
            <a:chExt cx="1107440" cy="274320"/>
          </a:xfrm>
        </p:grpSpPr>
        <p:sp>
          <p:nvSpPr>
            <p:cNvPr id="103" name="標籤"/>
            <p:cNvSpPr/>
            <p:nvPr/>
          </p:nvSpPr>
          <p:spPr>
            <a:xfrm>
              <a:off x="8990199" y="4983480"/>
              <a:ext cx="517144" cy="274320"/>
            </a:xfrm>
            <a:prstGeom prst="rect">
              <a:avLst/>
            </a:prstGeom>
            <a:solidFill>
              <a:srgbClr val="5B9BD5"/>
            </a:solidFill>
            <a:ln/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100" dirty="0"/>
            </a:p>
          </p:txBody>
        </p:sp>
        <p:sp>
          <p:nvSpPr>
            <p:cNvPr id="104" name="標籤"/>
            <p:cNvSpPr/>
            <p:nvPr/>
          </p:nvSpPr>
          <p:spPr>
            <a:xfrm>
              <a:off x="9580495" y="4983480"/>
              <a:ext cx="517144" cy="274320"/>
            </a:xfrm>
            <a:prstGeom prst="rect">
              <a:avLst/>
            </a:prstGeom>
            <a:solidFill>
              <a:srgbClr val="DBDBDB"/>
            </a:solidFill>
            <a:ln/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100" dirty="0"/>
            </a:p>
          </p:txBody>
        </p:sp>
      </p:grpSp>
      <p:sp>
        <p:nvSpPr>
          <p:cNvPr id="105" name="圖說"/>
          <p:cNvSpPr/>
          <p:nvPr/>
        </p:nvSpPr>
        <p:spPr>
          <a:xfrm>
            <a:off x="8871639" y="543610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85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10600443" y="5052060"/>
            <a:ext cx="685800" cy="137160"/>
            <a:chOff x="10600443" y="5052060"/>
            <a:chExt cx="685800" cy="137160"/>
          </a:xfrm>
        </p:grpSpPr>
        <p:sp>
          <p:nvSpPr>
            <p:cNvPr id="106" name="圓點"/>
            <p:cNvSpPr/>
            <p:nvPr/>
          </p:nvSpPr>
          <p:spPr>
            <a:xfrm>
              <a:off x="10600443" y="5052060"/>
              <a:ext cx="137160" cy="137160"/>
            </a:xfrm>
            <a:prstGeom prst="ellipse">
              <a:avLst/>
            </a:prstGeom>
            <a:solidFill>
              <a:srgbClr val="40404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7" name="圓點"/>
            <p:cNvSpPr/>
            <p:nvPr/>
          </p:nvSpPr>
          <p:spPr>
            <a:xfrm>
              <a:off x="10874763" y="5052060"/>
              <a:ext cx="137160" cy="137160"/>
            </a:xfrm>
            <a:prstGeom prst="ellipse">
              <a:avLst/>
            </a:prstGeom>
            <a:solidFill>
              <a:srgbClr val="5B9BD5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8" name="圓點"/>
            <p:cNvSpPr/>
            <p:nvPr/>
          </p:nvSpPr>
          <p:spPr>
            <a:xfrm>
              <a:off x="11149083" y="5052060"/>
              <a:ext cx="137160" cy="137160"/>
            </a:xfrm>
            <a:prstGeom prst="ellipse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9" name="圖說"/>
          <p:cNvSpPr/>
          <p:nvPr/>
        </p:nvSpPr>
        <p:spPr>
          <a:xfrm>
            <a:off x="10271063" y="543610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850" dirty="0"/>
          </a:p>
        </p:txBody>
      </p:sp>
      <p:sp>
        <p:nvSpPr>
          <p:cNvPr id="110" name="線條"/>
          <p:cNvSpPr/>
          <p:nvPr/>
        </p:nvSpPr>
        <p:spPr>
          <a:xfrm>
            <a:off x="548640" y="560984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11" name="類別"/>
          <p:cNvSpPr/>
          <p:nvPr/>
        </p:nvSpPr>
        <p:spPr>
          <a:xfrm>
            <a:off x="548640" y="5747004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4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998160" y="5632704"/>
            <a:ext cx="1097280" cy="448056"/>
            <a:chOff x="1998160" y="5632704"/>
            <a:chExt cx="1097280" cy="448056"/>
          </a:xfrm>
        </p:grpSpPr>
        <p:sp>
          <p:nvSpPr>
            <p:cNvPr id="112" name="群組框"/>
            <p:cNvSpPr/>
            <p:nvPr/>
          </p:nvSpPr>
          <p:spPr>
            <a:xfrm>
              <a:off x="1998160" y="5715000"/>
              <a:ext cx="1097280" cy="365760"/>
            </a:xfrm>
            <a:prstGeom prst="roundRect">
              <a:avLst>
                <a:gd name="adj" fmla="val 7500"/>
              </a:avLst>
            </a:prstGeom>
            <a:ln w="9525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3" name="群組名稱"/>
            <p:cNvSpPr/>
            <p:nvPr/>
          </p:nvSpPr>
          <p:spPr>
            <a:xfrm>
              <a:off x="2089600" y="5632704"/>
              <a:ext cx="566928" cy="164592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800" dirty="0"/>
            </a:p>
          </p:txBody>
        </p:sp>
      </p:grpSp>
      <p:sp>
        <p:nvSpPr>
          <p:cNvPr id="114" name="圖說"/>
          <p:cNvSpPr/>
          <p:nvPr/>
        </p:nvSpPr>
        <p:spPr>
          <a:xfrm>
            <a:off x="1874520" y="61127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850" dirty="0"/>
          </a:p>
        </p:txBody>
      </p:sp>
      <p:sp>
        <p:nvSpPr>
          <p:cNvPr id="115" name="淺灰面板"/>
          <p:cNvSpPr/>
          <p:nvPr/>
        </p:nvSpPr>
        <p:spPr>
          <a:xfrm>
            <a:off x="3397584" y="5660136"/>
            <a:ext cx="1097280" cy="420624"/>
          </a:xfrm>
          <a:prstGeom prst="roundRect">
            <a:avLst>
              <a:gd name="adj" fmla="val 6522"/>
            </a:avLst>
          </a:prstGeom>
          <a:solidFill>
            <a:srgbClr val="E6E6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3273944" y="61127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850" dirty="0"/>
          </a:p>
        </p:txBody>
      </p:sp>
      <p:sp>
        <p:nvSpPr>
          <p:cNvPr id="117" name="卡片"/>
          <p:cNvSpPr/>
          <p:nvPr/>
        </p:nvSpPr>
        <p:spPr>
          <a:xfrm>
            <a:off x="4797008" y="5660136"/>
            <a:ext cx="109728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4673368" y="61127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850" dirty="0"/>
          </a:p>
        </p:txBody>
      </p:sp>
      <p:sp>
        <p:nvSpPr>
          <p:cNvPr id="119" name="卡片"/>
          <p:cNvSpPr/>
          <p:nvPr/>
        </p:nvSpPr>
        <p:spPr>
          <a:xfrm>
            <a:off x="6196432" y="5660136"/>
            <a:ext cx="109728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6072792" y="61127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85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7595855" y="5660136"/>
            <a:ext cx="1097280" cy="420624"/>
            <a:chOff x="7595855" y="5660136"/>
            <a:chExt cx="1097280" cy="420624"/>
          </a:xfrm>
        </p:grpSpPr>
        <p:sp>
          <p:nvSpPr>
            <p:cNvPr id="121" name="卡片"/>
            <p:cNvSpPr/>
            <p:nvPr/>
          </p:nvSpPr>
          <p:spPr>
            <a:xfrm>
              <a:off x="7595855" y="5660136"/>
              <a:ext cx="1097280" cy="420624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表頭"/>
            <p:cNvSpPr/>
            <p:nvPr/>
          </p:nvSpPr>
          <p:spPr>
            <a:xfrm>
              <a:off x="7595855" y="5660136"/>
              <a:ext cx="1097280" cy="146304"/>
            </a:xfrm>
            <a:custGeom>
              <a:avLst/>
              <a:gdLst/>
              <a:ahLst/>
              <a:cxnLst/>
              <a:rect l="l" t="t" r="r" b="b"/>
              <a:pathLst>
                <a:path w="1097280" h="146304">
                  <a:moveTo>
                    <a:pt x="0" y="146304"/>
                  </a:moveTo>
                  <a:lnTo>
                    <a:pt x="0" y="27432"/>
                  </a:lnTo>
                  <a:arcTo hR="27432" wR="27432" stAng="10800000" swAng="5400000"/>
                  <a:lnTo>
                    <a:pt x="1069848" y="0"/>
                  </a:lnTo>
                  <a:arcTo hR="27432" wR="27432" stAng="16200000" swAng="5400000"/>
                  <a:lnTo>
                    <a:pt x="1097280" y="146304"/>
                  </a:lnTo>
                  <a:close/>
                </a:path>
              </a:pathLst>
            </a:custGeom>
            <a:solidFill>
              <a:srgbClr val="40404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7472216" y="61127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85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8995279" y="5660136"/>
            <a:ext cx="1097280" cy="420624"/>
            <a:chOff x="8995279" y="5660136"/>
            <a:chExt cx="1097280" cy="420624"/>
          </a:xfrm>
        </p:grpSpPr>
        <p:sp>
          <p:nvSpPr>
            <p:cNvPr id="124" name="卡片"/>
            <p:cNvSpPr/>
            <p:nvPr/>
          </p:nvSpPr>
          <p:spPr>
            <a:xfrm>
              <a:off x="8995279" y="5660136"/>
              <a:ext cx="109728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側邊色條"/>
            <p:cNvSpPr/>
            <p:nvPr/>
          </p:nvSpPr>
          <p:spPr>
            <a:xfrm>
              <a:off x="8995279" y="5660136"/>
              <a:ext cx="54864" cy="420624"/>
            </a:xfrm>
            <a:prstGeom prst="rect">
              <a:avLst/>
            </a:prstGeom>
            <a:solidFill>
              <a:srgbClr val="5B9BD5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8871639" y="61127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85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10577583" y="5660136"/>
            <a:ext cx="731520" cy="420624"/>
            <a:chOff x="10577583" y="5660136"/>
            <a:chExt cx="731520" cy="420624"/>
          </a:xfrm>
        </p:grpSpPr>
        <p:sp>
          <p:nvSpPr>
            <p:cNvPr id="127" name="寬欄條"/>
            <p:cNvSpPr/>
            <p:nvPr/>
          </p:nvSpPr>
          <p:spPr>
            <a:xfrm>
              <a:off x="10577583" y="5660136"/>
              <a:ext cx="310896" cy="420624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寬欄條"/>
            <p:cNvSpPr/>
            <p:nvPr/>
          </p:nvSpPr>
          <p:spPr>
            <a:xfrm>
              <a:off x="10998207" y="5660136"/>
              <a:ext cx="310896" cy="420624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10271063" y="611276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850" dirty="0"/>
          </a:p>
        </p:txBody>
      </p:sp>
      <p:sp>
        <p:nvSpPr>
          <p:cNvPr id="130" name="線條"/>
          <p:cNvSpPr/>
          <p:nvPr/>
        </p:nvSpPr>
        <p:spPr>
          <a:xfrm>
            <a:off x="1737360" y="1700784"/>
            <a:ext cx="0" cy="4535424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" cy="93268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786384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1005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已排好、已連線的流程小組合：整組複製即可使用（純流程圖語意）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764792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704088" y="1737360"/>
            <a:ext cx="246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400" dirty="0"/>
          </a:p>
        </p:txBody>
      </p:sp>
      <p:sp>
        <p:nvSpPr>
          <p:cNvPr id="8" name="線條"/>
          <p:cNvSpPr/>
          <p:nvPr/>
        </p:nvSpPr>
        <p:spPr>
          <a:xfrm>
            <a:off x="548640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548640" y="2276856"/>
            <a:ext cx="2622728" cy="777240"/>
            <a:chOff x="548640" y="2276856"/>
            <a:chExt cx="2622728" cy="777240"/>
          </a:xfrm>
        </p:grpSpPr>
        <p:sp>
          <p:nvSpPr>
            <p:cNvPr id="9" name="處理"/>
            <p:cNvSpPr/>
            <p:nvPr/>
          </p:nvSpPr>
          <p:spPr>
            <a:xfrm>
              <a:off x="548640" y="2670048"/>
              <a:ext cx="676656" cy="38404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05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768096" y="2276856"/>
              <a:ext cx="237744" cy="237744"/>
            </a:xfrm>
            <a:prstGeom prst="ellipse">
              <a:avLst/>
            </a:prstGeom>
            <a:solidFill>
              <a:srgbClr val="404040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11" name="線條"/>
            <p:cNvSpPr/>
            <p:nvPr/>
          </p:nvSpPr>
          <p:spPr>
            <a:xfrm>
              <a:off x="1225296" y="2862072"/>
              <a:ext cx="296380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12" name="處理"/>
            <p:cNvSpPr/>
            <p:nvPr/>
          </p:nvSpPr>
          <p:spPr>
            <a:xfrm>
              <a:off x="1521676" y="2670048"/>
              <a:ext cx="676656" cy="38404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050" dirty="0"/>
            </a:p>
          </p:txBody>
        </p:sp>
        <p:sp>
          <p:nvSpPr>
            <p:cNvPr id="13" name="編號"/>
            <p:cNvSpPr/>
            <p:nvPr/>
          </p:nvSpPr>
          <p:spPr>
            <a:xfrm>
              <a:off x="1741132" y="2276856"/>
              <a:ext cx="237744" cy="237744"/>
            </a:xfrm>
            <a:prstGeom prst="ellipse">
              <a:avLst/>
            </a:prstGeom>
            <a:solidFill>
              <a:srgbClr val="404040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14" name="線條"/>
            <p:cNvSpPr/>
            <p:nvPr/>
          </p:nvSpPr>
          <p:spPr>
            <a:xfrm>
              <a:off x="2198332" y="2862072"/>
              <a:ext cx="296380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15" name="處理"/>
            <p:cNvSpPr/>
            <p:nvPr/>
          </p:nvSpPr>
          <p:spPr>
            <a:xfrm>
              <a:off x="2494712" y="2670048"/>
              <a:ext cx="676656" cy="38404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050" dirty="0"/>
            </a:p>
          </p:txBody>
        </p:sp>
        <p:sp>
          <p:nvSpPr>
            <p:cNvPr id="16" name="編號"/>
            <p:cNvSpPr/>
            <p:nvPr/>
          </p:nvSpPr>
          <p:spPr>
            <a:xfrm>
              <a:off x="2714168" y="2276856"/>
              <a:ext cx="237744" cy="237744"/>
            </a:xfrm>
            <a:prstGeom prst="ellipse">
              <a:avLst/>
            </a:prstGeom>
            <a:solidFill>
              <a:srgbClr val="404040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9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3372536" y="1764792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組合名稱"/>
          <p:cNvSpPr/>
          <p:nvPr/>
        </p:nvSpPr>
        <p:spPr>
          <a:xfrm>
            <a:off x="3527984" y="1737360"/>
            <a:ext cx="246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400" dirty="0"/>
          </a:p>
        </p:txBody>
      </p:sp>
      <p:sp>
        <p:nvSpPr>
          <p:cNvPr id="19" name="線條"/>
          <p:cNvSpPr/>
          <p:nvPr/>
        </p:nvSpPr>
        <p:spPr>
          <a:xfrm>
            <a:off x="3372536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3372536" y="2221992"/>
            <a:ext cx="2622728" cy="1417320"/>
            <a:chOff x="3372536" y="2221992"/>
            <a:chExt cx="2622728" cy="1417320"/>
          </a:xfrm>
        </p:grpSpPr>
        <p:sp>
          <p:nvSpPr>
            <p:cNvPr id="20" name="處理"/>
            <p:cNvSpPr/>
            <p:nvPr/>
          </p:nvSpPr>
          <p:spPr>
            <a:xfrm>
              <a:off x="3372536" y="2322576"/>
              <a:ext cx="658368" cy="38404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050" dirty="0"/>
            </a:p>
          </p:txBody>
        </p:sp>
        <p:sp>
          <p:nvSpPr>
            <p:cNvPr id="21" name="線條"/>
            <p:cNvSpPr/>
            <p:nvPr/>
          </p:nvSpPr>
          <p:spPr>
            <a:xfrm>
              <a:off x="4030904" y="2514600"/>
              <a:ext cx="237744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22" name="判斷"/>
            <p:cNvSpPr/>
            <p:nvPr/>
          </p:nvSpPr>
          <p:spPr>
            <a:xfrm>
              <a:off x="4268648" y="2221992"/>
              <a:ext cx="768096" cy="585216"/>
            </a:xfrm>
            <a:prstGeom prst="diamond">
              <a:avLst/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950" dirty="0"/>
            </a:p>
          </p:txBody>
        </p:sp>
        <p:sp>
          <p:nvSpPr>
            <p:cNvPr id="23" name="處理"/>
            <p:cNvSpPr/>
            <p:nvPr/>
          </p:nvSpPr>
          <p:spPr>
            <a:xfrm>
              <a:off x="5318608" y="2322576"/>
              <a:ext cx="676656" cy="38404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050" dirty="0"/>
            </a:p>
          </p:txBody>
        </p:sp>
        <p:sp>
          <p:nvSpPr>
            <p:cNvPr id="24" name="線條"/>
            <p:cNvSpPr/>
            <p:nvPr/>
          </p:nvSpPr>
          <p:spPr>
            <a:xfrm>
              <a:off x="5036744" y="2514600"/>
              <a:ext cx="281864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25" name="標註"/>
            <p:cNvSpPr/>
            <p:nvPr/>
          </p:nvSpPr>
          <p:spPr>
            <a:xfrm>
              <a:off x="5036744" y="2295144"/>
              <a:ext cx="365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50" dirty="0"/>
            </a:p>
          </p:txBody>
        </p:sp>
        <p:sp>
          <p:nvSpPr>
            <p:cNvPr id="26" name="處理"/>
            <p:cNvSpPr/>
            <p:nvPr/>
          </p:nvSpPr>
          <p:spPr>
            <a:xfrm>
              <a:off x="4314368" y="3255264"/>
              <a:ext cx="676656" cy="38404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050" dirty="0"/>
            </a:p>
          </p:txBody>
        </p:sp>
        <p:sp>
          <p:nvSpPr>
            <p:cNvPr id="27" name="線條"/>
            <p:cNvSpPr/>
            <p:nvPr/>
          </p:nvSpPr>
          <p:spPr>
            <a:xfrm>
              <a:off x="4652696" y="2807208"/>
              <a:ext cx="0" cy="448056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28" name="標註"/>
            <p:cNvSpPr/>
            <p:nvPr/>
          </p:nvSpPr>
          <p:spPr>
            <a:xfrm>
              <a:off x="4670984" y="2843784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8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6196432" y="1764792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組合名稱"/>
          <p:cNvSpPr/>
          <p:nvPr/>
        </p:nvSpPr>
        <p:spPr>
          <a:xfrm>
            <a:off x="6351880" y="1737360"/>
            <a:ext cx="246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400" dirty="0"/>
          </a:p>
        </p:txBody>
      </p:sp>
      <p:sp>
        <p:nvSpPr>
          <p:cNvPr id="31" name="線條"/>
          <p:cNvSpPr/>
          <p:nvPr/>
        </p:nvSpPr>
        <p:spPr>
          <a:xfrm>
            <a:off x="6196432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6196432" y="2432304"/>
            <a:ext cx="2622728" cy="987552"/>
            <a:chOff x="6196432" y="2432304"/>
            <a:chExt cx="2622728" cy="987552"/>
          </a:xfrm>
        </p:grpSpPr>
        <p:sp>
          <p:nvSpPr>
            <p:cNvPr id="32" name="處理"/>
            <p:cNvSpPr/>
            <p:nvPr/>
          </p:nvSpPr>
          <p:spPr>
            <a:xfrm>
              <a:off x="6196432" y="2432304"/>
              <a:ext cx="676656" cy="38404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050" dirty="0"/>
            </a:p>
          </p:txBody>
        </p:sp>
        <p:sp>
          <p:nvSpPr>
            <p:cNvPr id="33" name="線條"/>
            <p:cNvSpPr/>
            <p:nvPr/>
          </p:nvSpPr>
          <p:spPr>
            <a:xfrm>
              <a:off x="6873088" y="2624328"/>
              <a:ext cx="296380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34" name="處理"/>
            <p:cNvSpPr/>
            <p:nvPr/>
          </p:nvSpPr>
          <p:spPr>
            <a:xfrm>
              <a:off x="7169468" y="2432304"/>
              <a:ext cx="676656" cy="38404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050" dirty="0"/>
            </a:p>
          </p:txBody>
        </p:sp>
        <p:sp>
          <p:nvSpPr>
            <p:cNvPr id="35" name="線條"/>
            <p:cNvSpPr/>
            <p:nvPr/>
          </p:nvSpPr>
          <p:spPr>
            <a:xfrm>
              <a:off x="7846124" y="2624328"/>
              <a:ext cx="296380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36" name="處理"/>
            <p:cNvSpPr/>
            <p:nvPr/>
          </p:nvSpPr>
          <p:spPr>
            <a:xfrm>
              <a:off x="8142503" y="2432304"/>
              <a:ext cx="676656" cy="38404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050" dirty="0"/>
            </a:p>
          </p:txBody>
        </p:sp>
        <p:sp>
          <p:nvSpPr>
            <p:cNvPr id="37" name="連接線"/>
            <p:cNvSpPr/>
            <p:nvPr/>
          </p:nvSpPr>
          <p:spPr>
            <a:xfrm>
              <a:off x="6534760" y="2816352"/>
              <a:ext cx="973036" cy="384048"/>
            </a:xfrm>
            <a:custGeom>
              <a:avLst/>
              <a:gdLst/>
              <a:ahLst/>
              <a:cxnLst/>
              <a:rect l="l" t="t" r="r" b="b"/>
              <a:pathLst>
                <a:path w="973036" h="384048">
                  <a:moveTo>
                    <a:pt x="973036" y="0"/>
                  </a:moveTo>
                  <a:lnTo>
                    <a:pt x="973036" y="384048"/>
                  </a:lnTo>
                  <a:lnTo>
                    <a:pt x="0" y="384048"/>
                  </a:lnTo>
                  <a:lnTo>
                    <a:pt x="0" y="0"/>
                  </a:lnTo>
                </a:path>
              </a:pathLst>
            </a:custGeom>
            <a:ln w="15875">
              <a:solidFill>
                <a:srgbClr val="C0504D"/>
              </a:solidFill>
              <a:prstDash val="sysDash"/>
              <a:tailEnd type="triangle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8" name="標註"/>
            <p:cNvSpPr/>
            <p:nvPr/>
          </p:nvSpPr>
          <p:spPr>
            <a:xfrm>
              <a:off x="6534760" y="3236976"/>
              <a:ext cx="97303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850" dirty="0"/>
            </a:p>
          </p:txBody>
        </p:sp>
      </p:grpSp>
      <p:sp>
        <p:nvSpPr>
          <p:cNvPr id="39" name="Text 37"/>
          <p:cNvSpPr/>
          <p:nvPr/>
        </p:nvSpPr>
        <p:spPr>
          <a:xfrm>
            <a:off x="9020327" y="1764792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9175775" y="1737360"/>
            <a:ext cx="246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400" dirty="0"/>
          </a:p>
        </p:txBody>
      </p:sp>
      <p:sp>
        <p:nvSpPr>
          <p:cNvPr id="41" name="線條"/>
          <p:cNvSpPr/>
          <p:nvPr/>
        </p:nvSpPr>
        <p:spPr>
          <a:xfrm>
            <a:off x="9020327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9020327" y="2121408"/>
            <a:ext cx="2622728" cy="1161288"/>
            <a:chOff x="9020327" y="2121408"/>
            <a:chExt cx="2622728" cy="1161288"/>
          </a:xfrm>
        </p:grpSpPr>
        <p:sp>
          <p:nvSpPr>
            <p:cNvPr id="42" name="處理"/>
            <p:cNvSpPr/>
            <p:nvPr/>
          </p:nvSpPr>
          <p:spPr>
            <a:xfrm>
              <a:off x="9020327" y="2816352"/>
              <a:ext cx="731520" cy="38404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050" dirty="0"/>
            </a:p>
          </p:txBody>
        </p:sp>
        <p:sp>
          <p:nvSpPr>
            <p:cNvPr id="43" name="線條"/>
            <p:cNvSpPr/>
            <p:nvPr/>
          </p:nvSpPr>
          <p:spPr>
            <a:xfrm>
              <a:off x="9751847" y="3008376"/>
              <a:ext cx="182880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44" name="判斷"/>
            <p:cNvSpPr/>
            <p:nvPr/>
          </p:nvSpPr>
          <p:spPr>
            <a:xfrm>
              <a:off x="9934727" y="2734056"/>
              <a:ext cx="676656" cy="548640"/>
            </a:xfrm>
            <a:prstGeom prst="diamond">
              <a:avLst/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950" dirty="0"/>
            </a:p>
          </p:txBody>
        </p:sp>
        <p:sp>
          <p:nvSpPr>
            <p:cNvPr id="45" name="處理"/>
            <p:cNvSpPr/>
            <p:nvPr/>
          </p:nvSpPr>
          <p:spPr>
            <a:xfrm>
              <a:off x="11076127" y="2816352"/>
              <a:ext cx="566928" cy="38404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050" dirty="0"/>
            </a:p>
          </p:txBody>
        </p:sp>
        <p:sp>
          <p:nvSpPr>
            <p:cNvPr id="46" name="線條"/>
            <p:cNvSpPr/>
            <p:nvPr/>
          </p:nvSpPr>
          <p:spPr>
            <a:xfrm>
              <a:off x="10611383" y="3008376"/>
              <a:ext cx="464744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47" name="標註"/>
            <p:cNvSpPr/>
            <p:nvPr/>
          </p:nvSpPr>
          <p:spPr>
            <a:xfrm>
              <a:off x="10611383" y="2788920"/>
              <a:ext cx="46474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850" dirty="0"/>
            </a:p>
          </p:txBody>
        </p:sp>
        <p:sp>
          <p:nvSpPr>
            <p:cNvPr id="48" name="連接線"/>
            <p:cNvSpPr/>
            <p:nvPr/>
          </p:nvSpPr>
          <p:spPr>
            <a:xfrm>
              <a:off x="9386087" y="2322576"/>
              <a:ext cx="886968" cy="493776"/>
            </a:xfrm>
            <a:custGeom>
              <a:avLst/>
              <a:gdLst/>
              <a:ahLst/>
              <a:cxnLst/>
              <a:rect l="l" t="t" r="r" b="b"/>
              <a:pathLst>
                <a:path w="886968" h="493776">
                  <a:moveTo>
                    <a:pt x="886968" y="411480"/>
                  </a:moveTo>
                  <a:lnTo>
                    <a:pt x="886968" y="0"/>
                  </a:lnTo>
                  <a:lnTo>
                    <a:pt x="0" y="0"/>
                  </a:lnTo>
                  <a:lnTo>
                    <a:pt x="0" y="493776"/>
                  </a:lnTo>
                </a:path>
              </a:pathLst>
            </a:custGeom>
            <a:ln w="12700">
              <a:solidFill>
                <a:srgbClr val="595959"/>
              </a:solidFill>
              <a:prstDash val="solid"/>
              <a:tailEnd type="triangle" w="lg" len="lg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9" name="標註"/>
            <p:cNvSpPr/>
            <p:nvPr/>
          </p:nvSpPr>
          <p:spPr>
            <a:xfrm>
              <a:off x="9404375" y="2121408"/>
              <a:ext cx="868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850" dirty="0"/>
            </a:p>
          </p:txBody>
        </p:sp>
      </p:grpSp>
      <p:sp>
        <p:nvSpPr>
          <p:cNvPr id="50" name="Text 48"/>
          <p:cNvSpPr/>
          <p:nvPr/>
        </p:nvSpPr>
        <p:spPr>
          <a:xfrm>
            <a:off x="548640" y="406908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組合名稱"/>
          <p:cNvSpPr/>
          <p:nvPr/>
        </p:nvSpPr>
        <p:spPr>
          <a:xfrm>
            <a:off x="704088" y="4041648"/>
            <a:ext cx="246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400" dirty="0"/>
          </a:p>
        </p:txBody>
      </p:sp>
      <p:sp>
        <p:nvSpPr>
          <p:cNvPr id="52" name="線條"/>
          <p:cNvSpPr/>
          <p:nvPr/>
        </p:nvSpPr>
        <p:spPr>
          <a:xfrm>
            <a:off x="548640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548640" y="4443984"/>
            <a:ext cx="2622728" cy="1517904"/>
            <a:chOff x="548640" y="4443984"/>
            <a:chExt cx="2622728" cy="1517904"/>
          </a:xfrm>
        </p:grpSpPr>
        <p:sp>
          <p:nvSpPr>
            <p:cNvPr id="53" name="泳道"/>
            <p:cNvSpPr/>
            <p:nvPr/>
          </p:nvSpPr>
          <p:spPr>
            <a:xfrm>
              <a:off x="548640" y="4443984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548640" y="4443984"/>
              <a:ext cx="420624" cy="73152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850" dirty="0"/>
            </a:p>
          </p:txBody>
        </p:sp>
        <p:sp>
          <p:nvSpPr>
            <p:cNvPr id="55" name="泳道"/>
            <p:cNvSpPr/>
            <p:nvPr/>
          </p:nvSpPr>
          <p:spPr>
            <a:xfrm>
              <a:off x="548640" y="5230368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548640" y="5230368"/>
              <a:ext cx="420624" cy="73152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85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1097280" y="4617720"/>
              <a:ext cx="640080" cy="38404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05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2011680" y="5404104"/>
              <a:ext cx="640080" cy="38404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05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2458136" y="4617720"/>
              <a:ext cx="640080" cy="38404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050" dirty="0"/>
            </a:p>
          </p:txBody>
        </p:sp>
        <p:sp>
          <p:nvSpPr>
            <p:cNvPr id="60" name="連接線"/>
            <p:cNvSpPr/>
            <p:nvPr/>
          </p:nvSpPr>
          <p:spPr>
            <a:xfrm>
              <a:off x="1737360" y="4809744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0" y="0"/>
                  </a:moveTo>
                  <a:lnTo>
                    <a:pt x="594360" y="0"/>
                  </a:lnTo>
                  <a:lnTo>
                    <a:pt x="594360" y="594360"/>
                  </a:lnTo>
                </a:path>
              </a:pathLst>
            </a:custGeom>
            <a:ln w="12700">
              <a:solidFill>
                <a:srgbClr val="595959"/>
              </a:solidFill>
              <a:prstDash val="solid"/>
              <a:tailEnd type="triangle" w="lg" len="lg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連接線"/>
            <p:cNvSpPr/>
            <p:nvPr/>
          </p:nvSpPr>
          <p:spPr>
            <a:xfrm>
              <a:off x="2651760" y="5001768"/>
              <a:ext cx="126416" cy="594360"/>
            </a:xfrm>
            <a:custGeom>
              <a:avLst/>
              <a:gdLst/>
              <a:ahLst/>
              <a:cxnLst/>
              <a:rect l="l" t="t" r="r" b="b"/>
              <a:pathLst>
                <a:path w="126416" h="594360">
                  <a:moveTo>
                    <a:pt x="0" y="594360"/>
                  </a:moveTo>
                  <a:lnTo>
                    <a:pt x="126416" y="594360"/>
                  </a:lnTo>
                  <a:lnTo>
                    <a:pt x="126416" y="0"/>
                  </a:lnTo>
                </a:path>
              </a:pathLst>
            </a:custGeom>
            <a:ln w="12700">
              <a:solidFill>
                <a:srgbClr val="595959"/>
              </a:solidFill>
              <a:prstDash val="solid"/>
              <a:tailEnd type="triangle" w="lg" len="lg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2" name="Text 60"/>
          <p:cNvSpPr/>
          <p:nvPr/>
        </p:nvSpPr>
        <p:spPr>
          <a:xfrm>
            <a:off x="3372536" y="406908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組合名稱"/>
          <p:cNvSpPr/>
          <p:nvPr/>
        </p:nvSpPr>
        <p:spPr>
          <a:xfrm>
            <a:off x="3527984" y="4041648"/>
            <a:ext cx="246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400" dirty="0"/>
          </a:p>
        </p:txBody>
      </p:sp>
      <p:sp>
        <p:nvSpPr>
          <p:cNvPr id="64" name="線條"/>
          <p:cNvSpPr/>
          <p:nvPr/>
        </p:nvSpPr>
        <p:spPr>
          <a:xfrm>
            <a:off x="3372536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3372536" y="4498848"/>
            <a:ext cx="2622728" cy="1353312"/>
            <a:chOff x="3372536" y="4498848"/>
            <a:chExt cx="2622728" cy="1353312"/>
          </a:xfrm>
        </p:grpSpPr>
        <p:sp>
          <p:nvSpPr>
            <p:cNvPr id="65" name="處理"/>
            <p:cNvSpPr/>
            <p:nvPr/>
          </p:nvSpPr>
          <p:spPr>
            <a:xfrm>
              <a:off x="3372536" y="4983480"/>
              <a:ext cx="512064" cy="38404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050" dirty="0"/>
            </a:p>
          </p:txBody>
        </p:sp>
        <p:sp>
          <p:nvSpPr>
            <p:cNvPr id="66" name="分流"/>
            <p:cNvSpPr/>
            <p:nvPr/>
          </p:nvSpPr>
          <p:spPr>
            <a:xfrm>
              <a:off x="4067480" y="4498848"/>
              <a:ext cx="64008" cy="1353312"/>
            </a:xfrm>
            <a:prstGeom prst="rect">
              <a:avLst/>
            </a:prstGeom>
            <a:solidFill>
              <a:srgbClr val="40404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4323512" y="4562856"/>
              <a:ext cx="676656" cy="38404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050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4323512" y="5404104"/>
              <a:ext cx="676656" cy="38404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050" dirty="0"/>
            </a:p>
          </p:txBody>
        </p:sp>
        <p:sp>
          <p:nvSpPr>
            <p:cNvPr id="69" name="合流"/>
            <p:cNvSpPr/>
            <p:nvPr/>
          </p:nvSpPr>
          <p:spPr>
            <a:xfrm>
              <a:off x="5026000" y="4498848"/>
              <a:ext cx="64008" cy="1353312"/>
            </a:xfrm>
            <a:prstGeom prst="rect">
              <a:avLst/>
            </a:prstGeom>
            <a:solidFill>
              <a:srgbClr val="404040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5428336" y="4983480"/>
              <a:ext cx="566928" cy="38404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050" dirty="0"/>
            </a:p>
          </p:txBody>
        </p:sp>
        <p:sp>
          <p:nvSpPr>
            <p:cNvPr id="71" name="線條"/>
            <p:cNvSpPr/>
            <p:nvPr/>
          </p:nvSpPr>
          <p:spPr>
            <a:xfrm>
              <a:off x="3884600" y="5175504"/>
              <a:ext cx="182880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72" name="線條"/>
            <p:cNvSpPr/>
            <p:nvPr/>
          </p:nvSpPr>
          <p:spPr>
            <a:xfrm>
              <a:off x="4131488" y="4754880"/>
              <a:ext cx="192024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73" name="線條"/>
            <p:cNvSpPr/>
            <p:nvPr/>
          </p:nvSpPr>
          <p:spPr>
            <a:xfrm>
              <a:off x="4131488" y="5596128"/>
              <a:ext cx="192024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74" name="線條"/>
            <p:cNvSpPr/>
            <p:nvPr/>
          </p:nvSpPr>
          <p:spPr>
            <a:xfrm>
              <a:off x="5000168" y="4754880"/>
              <a:ext cx="25832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75" name="線條"/>
            <p:cNvSpPr/>
            <p:nvPr/>
          </p:nvSpPr>
          <p:spPr>
            <a:xfrm>
              <a:off x="5000168" y="5596128"/>
              <a:ext cx="25832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76" name="線條"/>
            <p:cNvSpPr/>
            <p:nvPr/>
          </p:nvSpPr>
          <p:spPr>
            <a:xfrm>
              <a:off x="5090008" y="5175504"/>
              <a:ext cx="338328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</p:grpSp>
      <p:sp>
        <p:nvSpPr>
          <p:cNvPr id="77" name="Text 75"/>
          <p:cNvSpPr/>
          <p:nvPr/>
        </p:nvSpPr>
        <p:spPr>
          <a:xfrm>
            <a:off x="6196432" y="406908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6351880" y="4041648"/>
            <a:ext cx="246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400" dirty="0"/>
          </a:p>
        </p:txBody>
      </p:sp>
      <p:sp>
        <p:nvSpPr>
          <p:cNvPr id="79" name="線條"/>
          <p:cNvSpPr/>
          <p:nvPr/>
        </p:nvSpPr>
        <p:spPr>
          <a:xfrm>
            <a:off x="6196432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6150712" y="4864608"/>
            <a:ext cx="2714168" cy="731520"/>
            <a:chOff x="6150712" y="4864608"/>
            <a:chExt cx="2714168" cy="731520"/>
          </a:xfrm>
        </p:grpSpPr>
        <p:sp>
          <p:nvSpPr>
            <p:cNvPr id="80" name="輸入輸出"/>
            <p:cNvSpPr/>
            <p:nvPr/>
          </p:nvSpPr>
          <p:spPr>
            <a:xfrm>
              <a:off x="6196432" y="4864608"/>
              <a:ext cx="749808" cy="384048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05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6150712" y="5413248"/>
              <a:ext cx="8412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850" dirty="0"/>
            </a:p>
          </p:txBody>
        </p:sp>
        <p:sp>
          <p:nvSpPr>
            <p:cNvPr id="82" name="線條"/>
            <p:cNvSpPr/>
            <p:nvPr/>
          </p:nvSpPr>
          <p:spPr>
            <a:xfrm>
              <a:off x="6891376" y="5056632"/>
              <a:ext cx="351244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83" name="處理"/>
            <p:cNvSpPr/>
            <p:nvPr/>
          </p:nvSpPr>
          <p:spPr>
            <a:xfrm>
              <a:off x="7187756" y="4864608"/>
              <a:ext cx="640080" cy="384048"/>
            </a:xfrm>
            <a:prstGeom prst="roundRect">
              <a:avLst>
                <a:gd name="adj" fmla="val 7143"/>
              </a:avLst>
            </a:prstGeom>
            <a:solidFill>
              <a:srgbClr val="404040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050" dirty="0"/>
            </a:p>
          </p:txBody>
        </p:sp>
        <p:sp>
          <p:nvSpPr>
            <p:cNvPr id="84" name="標註"/>
            <p:cNvSpPr/>
            <p:nvPr/>
          </p:nvSpPr>
          <p:spPr>
            <a:xfrm>
              <a:off x="7142036" y="5413248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850" dirty="0"/>
            </a:p>
          </p:txBody>
        </p:sp>
        <p:sp>
          <p:nvSpPr>
            <p:cNvPr id="85" name="線條"/>
            <p:cNvSpPr/>
            <p:nvPr/>
          </p:nvSpPr>
          <p:spPr>
            <a:xfrm>
              <a:off x="7827836" y="5056632"/>
              <a:ext cx="241516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86" name="文件"/>
            <p:cNvSpPr/>
            <p:nvPr/>
          </p:nvSpPr>
          <p:spPr>
            <a:xfrm>
              <a:off x="8069351" y="4864608"/>
              <a:ext cx="749808" cy="475488"/>
            </a:xfrm>
            <a:custGeom>
              <a:avLst/>
              <a:gdLst/>
              <a:ahLst/>
              <a:cxnLst/>
              <a:rect l="l" t="t" r="r" b="b"/>
              <a:pathLst>
                <a:path w="749808" h="475488">
                  <a:moveTo>
                    <a:pt x="0" y="0"/>
                  </a:moveTo>
                  <a:lnTo>
                    <a:pt x="749808" y="0"/>
                  </a:lnTo>
                  <a:lnTo>
                    <a:pt x="749808" y="381341"/>
                  </a:lnTo>
                  <a:cubicBezTo>
                    <a:pt x="374904" y="381341"/>
                    <a:pt x="374904" y="526603"/>
                    <a:pt x="0" y="44410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707070"/>
              </a:solidFill>
              <a:prstDash val="solid"/>
            </a:ln>
          </p:spPr>
          <p:txBody>
            <a:bodyPr wrap="square" lIns="38100" tIns="0" rIns="38100" bIns="95098" rtlCol="0" anchor="ctr"/>
            <a:lstStyle/>
            <a:p>
              <a:pPr algn="ctr" indent="0" marL="0"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050" dirty="0"/>
            </a:p>
          </p:txBody>
        </p:sp>
        <p:sp>
          <p:nvSpPr>
            <p:cNvPr id="87" name="標註"/>
            <p:cNvSpPr/>
            <p:nvPr/>
          </p:nvSpPr>
          <p:spPr>
            <a:xfrm>
              <a:off x="8023631" y="5413248"/>
              <a:ext cx="8412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850" dirty="0"/>
            </a:p>
          </p:txBody>
        </p:sp>
      </p:grpSp>
      <p:sp>
        <p:nvSpPr>
          <p:cNvPr id="88" name="Text 86"/>
          <p:cNvSpPr/>
          <p:nvPr/>
        </p:nvSpPr>
        <p:spPr>
          <a:xfrm>
            <a:off x="9020327" y="406908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組合名稱"/>
          <p:cNvSpPr/>
          <p:nvPr/>
        </p:nvSpPr>
        <p:spPr>
          <a:xfrm>
            <a:off x="9175775" y="4041648"/>
            <a:ext cx="246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400" dirty="0"/>
          </a:p>
        </p:txBody>
      </p:sp>
      <p:sp>
        <p:nvSpPr>
          <p:cNvPr id="90" name="線條"/>
          <p:cNvSpPr/>
          <p:nvPr/>
        </p:nvSpPr>
        <p:spPr>
          <a:xfrm>
            <a:off x="9020327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9020327" y="4590288"/>
            <a:ext cx="2622728" cy="1188720"/>
            <a:chOff x="9020327" y="4590288"/>
            <a:chExt cx="2622728" cy="1188720"/>
          </a:xfrm>
        </p:grpSpPr>
        <p:sp>
          <p:nvSpPr>
            <p:cNvPr id="91" name="卡片"/>
            <p:cNvSpPr/>
            <p:nvPr/>
          </p:nvSpPr>
          <p:spPr>
            <a:xfrm>
              <a:off x="9020327" y="4590288"/>
              <a:ext cx="1078992" cy="1188720"/>
            </a:xfrm>
            <a:prstGeom prst="roundRect">
              <a:avLst>
                <a:gd name="adj" fmla="val 2542"/>
              </a:avLst>
            </a:prstGeom>
            <a:solidFill>
              <a:srgbClr val="FFFFFF"/>
            </a:solidFill>
            <a:ln w="12700">
              <a:solidFill>
                <a:srgbClr val="7F7F7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9148343" y="4700016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11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9148343" y="5029200"/>
              <a:ext cx="822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950" dirty="0"/>
            </a:p>
          </p:txBody>
        </p:sp>
        <p:sp>
          <p:nvSpPr>
            <p:cNvPr id="94" name="線條"/>
            <p:cNvSpPr/>
            <p:nvPr/>
          </p:nvSpPr>
          <p:spPr>
            <a:xfrm>
              <a:off x="10112235" y="5184648"/>
              <a:ext cx="438912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olid"/>
              <a:tailEnd type="triangle" w="lg" len="lg"/>
            </a:ln>
          </p:spPr>
        </p:sp>
        <p:sp>
          <p:nvSpPr>
            <p:cNvPr id="95" name="強調卡片"/>
            <p:cNvSpPr/>
            <p:nvPr/>
          </p:nvSpPr>
          <p:spPr>
            <a:xfrm>
              <a:off x="10564063" y="4590288"/>
              <a:ext cx="1078992" cy="1188720"/>
            </a:xfrm>
            <a:prstGeom prst="roundRect">
              <a:avLst>
                <a:gd name="adj" fmla="val 2542"/>
              </a:avLst>
            </a:prstGeom>
            <a:solidFill>
              <a:srgbClr val="FFFFFF"/>
            </a:solidFill>
            <a:ln w="22225">
              <a:solidFill>
                <a:srgbClr val="404040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卡片標題"/>
            <p:cNvSpPr/>
            <p:nvPr/>
          </p:nvSpPr>
          <p:spPr>
            <a:xfrm>
              <a:off x="10692079" y="4700016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40404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8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1100" dirty="0"/>
            </a:p>
          </p:txBody>
        </p:sp>
        <p:sp>
          <p:nvSpPr>
            <p:cNvPr id="97" name="卡片內文"/>
            <p:cNvSpPr/>
            <p:nvPr/>
          </p:nvSpPr>
          <p:spPr>
            <a:xfrm>
              <a:off x="10692079" y="5029200"/>
              <a:ext cx="822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950" dirty="0"/>
            </a:p>
          </p:txBody>
        </p:sp>
      </p:grpSp>
      <p:sp>
        <p:nvSpPr>
          <p:cNvPr id="98" name="Text 96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" cy="93268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786384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1005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色彩、字級與元件語言一覽：炭灰細框直角卡＋角落標籤緞帶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088" y="1783080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493776" cy="493776"/>
          </a:xfrm>
          <a:prstGeom prst="roundRect">
            <a:avLst>
              <a:gd name="adj" fmla="val 5556"/>
            </a:avLst>
          </a:prstGeom>
          <a:solidFill>
            <a:srgbClr val="404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5488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#404040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79576" y="2331720"/>
            <a:ext cx="493776" cy="493776"/>
          </a:xfrm>
          <a:prstGeom prst="roundRect">
            <a:avLst>
              <a:gd name="adj" fmla="val 5556"/>
            </a:avLst>
          </a:prstGeom>
          <a:solidFill>
            <a:srgbClr val="26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06424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9848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#262626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10512" y="2331720"/>
            <a:ext cx="493776" cy="493776"/>
          </a:xfrm>
          <a:prstGeom prst="roundRect">
            <a:avLst>
              <a:gd name="adj" fmla="val 5556"/>
            </a:avLst>
          </a:prstGeom>
          <a:solidFill>
            <a:srgbClr val="E7E7E7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37360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00784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#E7E7E7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441448" y="2331720"/>
            <a:ext cx="493776" cy="493776"/>
          </a:xfrm>
          <a:prstGeom prst="roundRect">
            <a:avLst>
              <a:gd name="adj" fmla="val 5556"/>
            </a:avLst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68296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#5B9BD5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072384" y="2331720"/>
            <a:ext cx="493776" cy="493776"/>
          </a:xfrm>
          <a:prstGeom prst="roundRect">
            <a:avLst>
              <a:gd name="adj" fmla="val 5556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999232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62656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03320" y="2331720"/>
            <a:ext cx="493776" cy="493776"/>
          </a:xfrm>
          <a:prstGeom prst="roundRect">
            <a:avLst>
              <a:gd name="adj" fmla="val 5556"/>
            </a:avLst>
          </a:prstGeom>
          <a:solidFill>
            <a:srgbClr val="8C8C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30168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93592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34256" y="2331720"/>
            <a:ext cx="493776" cy="493776"/>
          </a:xfrm>
          <a:prstGeom prst="roundRect">
            <a:avLst>
              <a:gd name="adj" fmla="val 5556"/>
            </a:avLst>
          </a:prstGeom>
          <a:solidFill>
            <a:srgbClr val="BFB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61104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24528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65192" y="2331720"/>
            <a:ext cx="493776" cy="493776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92040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55464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3593592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4088" y="3547872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300" dirty="0"/>
          </a:p>
        </p:txBody>
      </p:sp>
      <p:sp>
        <p:nvSpPr>
          <p:cNvPr id="35" name="線條"/>
          <p:cNvSpPr/>
          <p:nvPr/>
        </p:nvSpPr>
        <p:spPr>
          <a:xfrm>
            <a:off x="548640" y="3931920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93192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34pt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45902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49926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5376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57241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182880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327648" y="1783080"/>
            <a:ext cx="53154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300" dirty="0"/>
          </a:p>
        </p:txBody>
      </p:sp>
      <p:sp>
        <p:nvSpPr>
          <p:cNvPr id="43" name="線條"/>
          <p:cNvSpPr/>
          <p:nvPr/>
        </p:nvSpPr>
        <p:spPr>
          <a:xfrm>
            <a:off x="6172200" y="2167128"/>
            <a:ext cx="5470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012680" y="2331720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白底外框 1pt</a:t>
            </a:r>
            <a:endParaRPr lang="en-US" sz="1000" dirty="0"/>
          </a:p>
        </p:txBody>
      </p:sp>
      <p:sp>
        <p:nvSpPr>
          <p:cNvPr id="46" name="卡片"/>
          <p:cNvSpPr/>
          <p:nvPr/>
        </p:nvSpPr>
        <p:spPr>
          <a:xfrm>
            <a:off x="7086600" y="2368296"/>
            <a:ext cx="1325880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卡片"/>
          <p:cNvSpPr/>
          <p:nvPr/>
        </p:nvSpPr>
        <p:spPr>
          <a:xfrm>
            <a:off x="8595360" y="2368296"/>
            <a:ext cx="1188720" cy="47548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595360" y="2368296"/>
            <a:ext cx="1188720" cy="164592"/>
          </a:xfrm>
          <a:custGeom>
            <a:avLst/>
            <a:gdLst/>
            <a:ahLst/>
            <a:cxnLst/>
            <a:rect l="l" t="t" r="r" b="b"/>
            <a:pathLst>
              <a:path w="1188720" h="164592">
                <a:moveTo>
                  <a:pt x="0" y="164592"/>
                </a:moveTo>
                <a:lnTo>
                  <a:pt x="0" y="27432"/>
                </a:lnTo>
                <a:arcTo hR="27432" wR="27432" stAng="10800000" swAng="5400000"/>
                <a:lnTo>
                  <a:pt x="1161288" y="0"/>
                </a:lnTo>
                <a:arcTo hR="27432" wR="27432" stAng="16200000" swAng="5400000"/>
                <a:lnTo>
                  <a:pt x="1188720" y="164592"/>
                </a:lnTo>
                <a:close/>
              </a:path>
            </a:pathLst>
          </a:custGeom>
          <a:solidFill>
            <a:srgbClr val="404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線條"/>
          <p:cNvSpPr/>
          <p:nvPr/>
        </p:nvSpPr>
        <p:spPr>
          <a:xfrm>
            <a:off x="6172200" y="2935224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29809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012680" y="2980944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直角實心</a:t>
            </a:r>
            <a:endParaRPr lang="en-US" sz="1000" dirty="0"/>
          </a:p>
        </p:txBody>
      </p:sp>
      <p:sp>
        <p:nvSpPr>
          <p:cNvPr id="52" name="標籤"/>
          <p:cNvSpPr/>
          <p:nvPr/>
        </p:nvSpPr>
        <p:spPr>
          <a:xfrm>
            <a:off x="7086600" y="3108960"/>
            <a:ext cx="550591" cy="29260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200" dirty="0"/>
          </a:p>
        </p:txBody>
      </p:sp>
      <p:sp>
        <p:nvSpPr>
          <p:cNvPr id="53" name="標籤"/>
          <p:cNvSpPr/>
          <p:nvPr/>
        </p:nvSpPr>
        <p:spPr>
          <a:xfrm>
            <a:off x="7746919" y="3108960"/>
            <a:ext cx="550591" cy="29260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200" dirty="0"/>
          </a:p>
        </p:txBody>
      </p:sp>
      <p:sp>
        <p:nvSpPr>
          <p:cNvPr id="54" name="標籤"/>
          <p:cNvSpPr/>
          <p:nvPr/>
        </p:nvSpPr>
        <p:spPr>
          <a:xfrm>
            <a:off x="8407237" y="3108960"/>
            <a:ext cx="550591" cy="292608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200" dirty="0"/>
          </a:p>
        </p:txBody>
      </p:sp>
      <p:sp>
        <p:nvSpPr>
          <p:cNvPr id="55" name="線條"/>
          <p:cNvSpPr/>
          <p:nvPr/>
        </p:nvSpPr>
        <p:spPr>
          <a:xfrm>
            <a:off x="6172200" y="3584448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72200" y="36301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012680" y="3630168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</a:t>
            </a:r>
            <a:endParaRPr lang="en-US" sz="1000" dirty="0"/>
          </a:p>
        </p:txBody>
      </p:sp>
      <p:sp>
        <p:nvSpPr>
          <p:cNvPr id="58" name="編號"/>
          <p:cNvSpPr/>
          <p:nvPr/>
        </p:nvSpPr>
        <p:spPr>
          <a:xfrm>
            <a:off x="7123176" y="3721608"/>
            <a:ext cx="365760" cy="365760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編號"/>
          <p:cNvSpPr/>
          <p:nvPr/>
        </p:nvSpPr>
        <p:spPr>
          <a:xfrm>
            <a:off x="7690104" y="3721608"/>
            <a:ext cx="365760" cy="365760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60" name="編號"/>
          <p:cNvSpPr/>
          <p:nvPr/>
        </p:nvSpPr>
        <p:spPr>
          <a:xfrm>
            <a:off x="8257032" y="3721608"/>
            <a:ext cx="365760" cy="365760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869680" y="36301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400" dirty="0"/>
          </a:p>
        </p:txBody>
      </p:sp>
      <p:sp>
        <p:nvSpPr>
          <p:cNvPr id="62" name="線條"/>
          <p:cNvSpPr/>
          <p:nvPr/>
        </p:nvSpPr>
        <p:spPr>
          <a:xfrm>
            <a:off x="6172200" y="4233672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2200" y="42793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0012680" y="4279392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細線箭頭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0866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200" dirty="0"/>
          </a:p>
        </p:txBody>
      </p:sp>
      <p:sp>
        <p:nvSpPr>
          <p:cNvPr id="66" name="線條"/>
          <p:cNvSpPr/>
          <p:nvPr/>
        </p:nvSpPr>
        <p:spPr>
          <a:xfrm>
            <a:off x="7690104" y="4553712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67" name="Text 65"/>
          <p:cNvSpPr/>
          <p:nvPr/>
        </p:nvSpPr>
        <p:spPr>
          <a:xfrm>
            <a:off x="818388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200" dirty="0"/>
          </a:p>
        </p:txBody>
      </p:sp>
      <p:sp>
        <p:nvSpPr>
          <p:cNvPr id="68" name="線條"/>
          <p:cNvSpPr/>
          <p:nvPr/>
        </p:nvSpPr>
        <p:spPr>
          <a:xfrm>
            <a:off x="8787384" y="4553712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69" name="Text 67"/>
          <p:cNvSpPr/>
          <p:nvPr/>
        </p:nvSpPr>
        <p:spPr>
          <a:xfrm>
            <a:off x="928116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200" dirty="0"/>
          </a:p>
        </p:txBody>
      </p:sp>
      <p:sp>
        <p:nvSpPr>
          <p:cNvPr id="70" name="線條"/>
          <p:cNvSpPr/>
          <p:nvPr/>
        </p:nvSpPr>
        <p:spPr>
          <a:xfrm>
            <a:off x="6172200" y="4882896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72200" y="49286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0012680" y="4928616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1pt 實線＋三角箭頭</a:t>
            </a:r>
            <a:endParaRPr lang="en-US" sz="1000" dirty="0"/>
          </a:p>
        </p:txBody>
      </p:sp>
      <p:sp>
        <p:nvSpPr>
          <p:cNvPr id="73" name="線條"/>
          <p:cNvSpPr/>
          <p:nvPr/>
        </p:nvSpPr>
        <p:spPr>
          <a:xfrm>
            <a:off x="7086600" y="5202936"/>
            <a:ext cx="118872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74" name="連接線"/>
          <p:cNvSpPr/>
          <p:nvPr/>
        </p:nvSpPr>
        <p:spPr>
          <a:xfrm>
            <a:off x="8549640" y="5001768"/>
            <a:ext cx="1234440" cy="402336"/>
          </a:xfrm>
          <a:custGeom>
            <a:avLst/>
            <a:gdLst/>
            <a:ahLst/>
            <a:cxnLst/>
            <a:rect l="l" t="t" r="r" b="b"/>
            <a:pathLst>
              <a:path w="1234440" h="402336">
                <a:moveTo>
                  <a:pt x="0" y="0"/>
                </a:moveTo>
                <a:lnTo>
                  <a:pt x="548640" y="0"/>
                </a:lnTo>
                <a:lnTo>
                  <a:pt x="548640" y="402336"/>
                </a:lnTo>
                <a:lnTo>
                  <a:pt x="1234440" y="402336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線條"/>
          <p:cNvSpPr/>
          <p:nvPr/>
        </p:nvSpPr>
        <p:spPr>
          <a:xfrm>
            <a:off x="6172200" y="5532120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72200" y="5577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10012680" y="5577840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細框方塊</a:t>
            </a:r>
            <a:endParaRPr lang="en-US" sz="1000" dirty="0"/>
          </a:p>
        </p:txBody>
      </p:sp>
      <p:sp>
        <p:nvSpPr>
          <p:cNvPr id="78" name="流程鏈"/>
          <p:cNvSpPr/>
          <p:nvPr/>
        </p:nvSpPr>
        <p:spPr>
          <a:xfrm>
            <a:off x="7086600" y="5650992"/>
            <a:ext cx="536448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79" name="線條"/>
          <p:cNvSpPr/>
          <p:nvPr/>
        </p:nvSpPr>
        <p:spPr>
          <a:xfrm>
            <a:off x="7687056" y="5852160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80" name="流程鏈"/>
          <p:cNvSpPr/>
          <p:nvPr/>
        </p:nvSpPr>
        <p:spPr>
          <a:xfrm>
            <a:off x="8189976" y="5650992"/>
            <a:ext cx="536448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81" name="線條"/>
          <p:cNvSpPr/>
          <p:nvPr/>
        </p:nvSpPr>
        <p:spPr>
          <a:xfrm>
            <a:off x="8790432" y="5852160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82" name="流程鏈"/>
          <p:cNvSpPr/>
          <p:nvPr/>
        </p:nvSpPr>
        <p:spPr>
          <a:xfrm>
            <a:off x="9293352" y="5650992"/>
            <a:ext cx="536448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" cy="93268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786384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1005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標題＋內文、角落標籤、表頭強調三種基本卡片</a:t>
            </a:r>
            <a:endParaRPr lang="en-US" sz="1600" dirty="0"/>
          </a:p>
        </p:txBody>
      </p:sp>
      <p:sp>
        <p:nvSpPr>
          <p:cNvPr id="6" name="卡片"/>
          <p:cNvSpPr/>
          <p:nvPr/>
        </p:nvSpPr>
        <p:spPr>
          <a:xfrm>
            <a:off x="548640" y="1874520"/>
            <a:ext cx="3410712" cy="214884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6384" y="2020824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00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1600" dirty="0"/>
          </a:p>
        </p:txBody>
      </p:sp>
      <p:sp>
        <p:nvSpPr>
          <p:cNvPr id="8" name="線條"/>
          <p:cNvSpPr/>
          <p:nvPr/>
        </p:nvSpPr>
        <p:spPr>
          <a:xfrm>
            <a:off x="786384" y="2514600"/>
            <a:ext cx="2935224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660904"/>
            <a:ext cx="29352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200" dirty="0"/>
          </a:p>
        </p:txBody>
      </p:sp>
      <p:sp>
        <p:nvSpPr>
          <p:cNvPr id="10" name="卡片"/>
          <p:cNvSpPr/>
          <p:nvPr/>
        </p:nvSpPr>
        <p:spPr>
          <a:xfrm>
            <a:off x="4390492" y="1874520"/>
            <a:ext cx="3410712" cy="214884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28236" y="2020824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600" dirty="0"/>
          </a:p>
        </p:txBody>
      </p:sp>
      <p:sp>
        <p:nvSpPr>
          <p:cNvPr id="12" name="線條"/>
          <p:cNvSpPr/>
          <p:nvPr/>
        </p:nvSpPr>
        <p:spPr>
          <a:xfrm>
            <a:off x="4628236" y="2514600"/>
            <a:ext cx="2935224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8236" y="2660904"/>
            <a:ext cx="29352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200" dirty="0"/>
          </a:p>
        </p:txBody>
      </p:sp>
      <p:sp>
        <p:nvSpPr>
          <p:cNvPr id="14" name="標籤"/>
          <p:cNvSpPr/>
          <p:nvPr/>
        </p:nvSpPr>
        <p:spPr>
          <a:xfrm>
            <a:off x="6854292" y="1746504"/>
            <a:ext cx="745744" cy="256032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000" dirty="0"/>
          </a:p>
        </p:txBody>
      </p:sp>
      <p:sp>
        <p:nvSpPr>
          <p:cNvPr id="15" name="標籤"/>
          <p:cNvSpPr/>
          <p:nvPr/>
        </p:nvSpPr>
        <p:spPr>
          <a:xfrm>
            <a:off x="4591660" y="3895344"/>
            <a:ext cx="745744" cy="256032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價值說明</a:t>
            </a:r>
            <a:endParaRPr lang="en-US" sz="1000" dirty="0"/>
          </a:p>
        </p:txBody>
      </p:sp>
      <p:sp>
        <p:nvSpPr>
          <p:cNvPr id="16" name="卡片"/>
          <p:cNvSpPr/>
          <p:nvPr/>
        </p:nvSpPr>
        <p:spPr>
          <a:xfrm>
            <a:off x="8232343" y="1874520"/>
            <a:ext cx="3410712" cy="214884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表頭"/>
          <p:cNvSpPr/>
          <p:nvPr/>
        </p:nvSpPr>
        <p:spPr>
          <a:xfrm>
            <a:off x="8232343" y="1874520"/>
            <a:ext cx="3410712" cy="530352"/>
          </a:xfrm>
          <a:custGeom>
            <a:avLst/>
            <a:gdLst/>
            <a:ahLst/>
            <a:cxnLst/>
            <a:rect l="l" t="t" r="r" b="b"/>
            <a:pathLst>
              <a:path w="3410712" h="530352">
                <a:moveTo>
                  <a:pt x="0" y="530352"/>
                </a:moveTo>
                <a:lnTo>
                  <a:pt x="0" y="27432"/>
                </a:lnTo>
                <a:arcTo hR="27432" wR="27432" stAng="10800000" swAng="5400000"/>
                <a:lnTo>
                  <a:pt x="3383280" y="0"/>
                </a:lnTo>
                <a:arcTo hR="27432" wR="27432" stAng="16200000" swAng="5400000"/>
                <a:lnTo>
                  <a:pt x="3410712" y="530352"/>
                </a:lnTo>
                <a:close/>
              </a:path>
            </a:pathLst>
          </a:custGeom>
          <a:solidFill>
            <a:srgbClr val="404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470087" y="187452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70087" y="2587752"/>
            <a:ext cx="293522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8795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90492" y="418795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32343" y="418795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4088" y="4572000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300" dirty="0"/>
          </a:p>
        </p:txBody>
      </p:sp>
      <p:sp>
        <p:nvSpPr>
          <p:cNvPr id="25" name="線條"/>
          <p:cNvSpPr/>
          <p:nvPr/>
        </p:nvSpPr>
        <p:spPr>
          <a:xfrm>
            <a:off x="548640" y="4956048"/>
            <a:ext cx="64008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6" name="標籤"/>
          <p:cNvSpPr/>
          <p:nvPr/>
        </p:nvSpPr>
        <p:spPr>
          <a:xfrm>
            <a:off x="548640" y="5102352"/>
            <a:ext cx="749808" cy="29260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51023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300" dirty="0"/>
          </a:p>
        </p:txBody>
      </p:sp>
      <p:sp>
        <p:nvSpPr>
          <p:cNvPr id="28" name="標籤"/>
          <p:cNvSpPr/>
          <p:nvPr/>
        </p:nvSpPr>
        <p:spPr>
          <a:xfrm>
            <a:off x="548640" y="5486400"/>
            <a:ext cx="749808" cy="29260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63040" y="54864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300" dirty="0"/>
          </a:p>
        </p:txBody>
      </p:sp>
      <p:sp>
        <p:nvSpPr>
          <p:cNvPr id="30" name="標籤"/>
          <p:cNvSpPr/>
          <p:nvPr/>
        </p:nvSpPr>
        <p:spPr>
          <a:xfrm>
            <a:off x="548640" y="5870448"/>
            <a:ext cx="749808" cy="29260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58704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0" y="461772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470648" y="4572000"/>
            <a:ext cx="41724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300" dirty="0"/>
          </a:p>
        </p:txBody>
      </p:sp>
      <p:sp>
        <p:nvSpPr>
          <p:cNvPr id="34" name="線條"/>
          <p:cNvSpPr/>
          <p:nvPr/>
        </p:nvSpPr>
        <p:spPr>
          <a:xfrm>
            <a:off x="7315200" y="4956048"/>
            <a:ext cx="4327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512064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15200" y="548640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" cy="93268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786384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1005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單一標籤、堆疊清單、編號徽章與圈號清單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088" y="1783080"/>
            <a:ext cx="10938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標籤"/>
          <p:cNvSpPr/>
          <p:nvPr/>
        </p:nvSpPr>
        <p:spPr>
          <a:xfrm>
            <a:off x="548640" y="2331720"/>
            <a:ext cx="952276" cy="347472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300" dirty="0"/>
          </a:p>
        </p:txBody>
      </p:sp>
      <p:sp>
        <p:nvSpPr>
          <p:cNvPr id="10" name="標籤"/>
          <p:cNvSpPr/>
          <p:nvPr/>
        </p:nvSpPr>
        <p:spPr>
          <a:xfrm>
            <a:off x="1775236" y="2331720"/>
            <a:ext cx="952276" cy="347472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300" dirty="0"/>
          </a:p>
        </p:txBody>
      </p:sp>
      <p:sp>
        <p:nvSpPr>
          <p:cNvPr id="11" name="標籤"/>
          <p:cNvSpPr/>
          <p:nvPr/>
        </p:nvSpPr>
        <p:spPr>
          <a:xfrm>
            <a:off x="3001833" y="2331720"/>
            <a:ext cx="952276" cy="347472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300" dirty="0"/>
          </a:p>
        </p:txBody>
      </p:sp>
      <p:sp>
        <p:nvSpPr>
          <p:cNvPr id="12" name="標籤"/>
          <p:cNvSpPr/>
          <p:nvPr/>
        </p:nvSpPr>
        <p:spPr>
          <a:xfrm>
            <a:off x="4228429" y="2331720"/>
            <a:ext cx="95227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29346" y="2331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100" dirty="0"/>
          </a:p>
        </p:txBody>
      </p:sp>
      <p:sp>
        <p:nvSpPr>
          <p:cNvPr id="14" name="標籤"/>
          <p:cNvSpPr/>
          <p:nvPr/>
        </p:nvSpPr>
        <p:spPr>
          <a:xfrm>
            <a:off x="6460866" y="2368296"/>
            <a:ext cx="49174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000" dirty="0"/>
          </a:p>
        </p:txBody>
      </p:sp>
      <p:sp>
        <p:nvSpPr>
          <p:cNvPr id="15" name="標籤"/>
          <p:cNvSpPr/>
          <p:nvPr/>
        </p:nvSpPr>
        <p:spPr>
          <a:xfrm>
            <a:off x="7089770" y="2368296"/>
            <a:ext cx="491744" cy="274320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000" dirty="0"/>
          </a:p>
        </p:txBody>
      </p:sp>
      <p:sp>
        <p:nvSpPr>
          <p:cNvPr id="16" name="標籤"/>
          <p:cNvSpPr/>
          <p:nvPr/>
        </p:nvSpPr>
        <p:spPr>
          <a:xfrm>
            <a:off x="7718674" y="2368296"/>
            <a:ext cx="491744" cy="274320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4088" y="306324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300" dirty="0"/>
          </a:p>
        </p:txBody>
      </p:sp>
      <p:sp>
        <p:nvSpPr>
          <p:cNvPr id="19" name="線條"/>
          <p:cNvSpPr/>
          <p:nvPr/>
        </p:nvSpPr>
        <p:spPr>
          <a:xfrm>
            <a:off x="54864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標籤"/>
          <p:cNvSpPr/>
          <p:nvPr/>
        </p:nvSpPr>
        <p:spPr>
          <a:xfrm>
            <a:off x="548640" y="3666744"/>
            <a:ext cx="2651760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300" dirty="0"/>
          </a:p>
        </p:txBody>
      </p:sp>
      <p:sp>
        <p:nvSpPr>
          <p:cNvPr id="21" name="標籤"/>
          <p:cNvSpPr/>
          <p:nvPr/>
        </p:nvSpPr>
        <p:spPr>
          <a:xfrm>
            <a:off x="548640" y="4233672"/>
            <a:ext cx="2651760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300" dirty="0"/>
          </a:p>
        </p:txBody>
      </p:sp>
      <p:sp>
        <p:nvSpPr>
          <p:cNvPr id="22" name="標籤"/>
          <p:cNvSpPr/>
          <p:nvPr/>
        </p:nvSpPr>
        <p:spPr>
          <a:xfrm>
            <a:off x="548640" y="4800600"/>
            <a:ext cx="2651760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300" dirty="0"/>
          </a:p>
        </p:txBody>
      </p:sp>
      <p:sp>
        <p:nvSpPr>
          <p:cNvPr id="23" name="標籤"/>
          <p:cNvSpPr/>
          <p:nvPr/>
        </p:nvSpPr>
        <p:spPr>
          <a:xfrm>
            <a:off x="548640" y="5367528"/>
            <a:ext cx="2651760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63060" y="310896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18508" y="306324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300" dirty="0"/>
          </a:p>
        </p:txBody>
      </p:sp>
      <p:sp>
        <p:nvSpPr>
          <p:cNvPr id="26" name="線條"/>
          <p:cNvSpPr/>
          <p:nvPr/>
        </p:nvSpPr>
        <p:spPr>
          <a:xfrm>
            <a:off x="436306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編號"/>
          <p:cNvSpPr/>
          <p:nvPr/>
        </p:nvSpPr>
        <p:spPr>
          <a:xfrm>
            <a:off x="4399636" y="3675888"/>
            <a:ext cx="384048" cy="384048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編號"/>
          <p:cNvSpPr/>
          <p:nvPr/>
        </p:nvSpPr>
        <p:spPr>
          <a:xfrm>
            <a:off x="4966564" y="3675888"/>
            <a:ext cx="384048" cy="384048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編號"/>
          <p:cNvSpPr/>
          <p:nvPr/>
        </p:nvSpPr>
        <p:spPr>
          <a:xfrm>
            <a:off x="5533492" y="3675888"/>
            <a:ext cx="384048" cy="384048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編號"/>
          <p:cNvSpPr/>
          <p:nvPr/>
        </p:nvSpPr>
        <p:spPr>
          <a:xfrm>
            <a:off x="6100420" y="3675888"/>
            <a:ext cx="384048" cy="384048"/>
          </a:xfrm>
          <a:prstGeom prst="ellipse">
            <a:avLst/>
          </a:prstGeom>
          <a:solidFill>
            <a:srgbClr val="5B9BD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編號"/>
          <p:cNvSpPr/>
          <p:nvPr/>
        </p:nvSpPr>
        <p:spPr>
          <a:xfrm>
            <a:off x="4427068" y="4517136"/>
            <a:ext cx="329184" cy="329184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29988" y="45262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63260" y="452628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100" dirty="0"/>
          </a:p>
        </p:txBody>
      </p:sp>
      <p:sp>
        <p:nvSpPr>
          <p:cNvPr id="34" name="編號"/>
          <p:cNvSpPr/>
          <p:nvPr/>
        </p:nvSpPr>
        <p:spPr>
          <a:xfrm>
            <a:off x="4427068" y="5084064"/>
            <a:ext cx="329184" cy="329184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29988" y="50932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63260" y="509320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100" dirty="0"/>
          </a:p>
        </p:txBody>
      </p:sp>
      <p:sp>
        <p:nvSpPr>
          <p:cNvPr id="37" name="編號"/>
          <p:cNvSpPr/>
          <p:nvPr/>
        </p:nvSpPr>
        <p:spPr>
          <a:xfrm>
            <a:off x="4427068" y="5650992"/>
            <a:ext cx="329184" cy="329184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29988" y="56601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63260" y="566013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77479" y="310896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332927" y="306324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300" dirty="0"/>
          </a:p>
        </p:txBody>
      </p:sp>
      <p:sp>
        <p:nvSpPr>
          <p:cNvPr id="42" name="線條"/>
          <p:cNvSpPr/>
          <p:nvPr/>
        </p:nvSpPr>
        <p:spPr>
          <a:xfrm>
            <a:off x="8177479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77479" y="3657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7479" y="4041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177479" y="44256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177479" y="48097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006279" y="365760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006279" y="404164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006279" y="442569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177479" y="530352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" cy="93268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786384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1005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大外框圓＋疊放小圓，以及三段式流程鏈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088" y="1783080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5120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大圓"/>
          <p:cNvSpPr/>
          <p:nvPr/>
        </p:nvSpPr>
        <p:spPr>
          <a:xfrm>
            <a:off x="1847088" y="2350008"/>
            <a:ext cx="2523744" cy="2523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47088" y="2678095"/>
            <a:ext cx="2523744" cy="78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2099462" y="3485693"/>
            <a:ext cx="2018995" cy="706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2" name="小圓"/>
          <p:cNvSpPr/>
          <p:nvPr/>
        </p:nvSpPr>
        <p:spPr>
          <a:xfrm>
            <a:off x="1717136" y="3987246"/>
            <a:ext cx="768096" cy="768096"/>
          </a:xfrm>
          <a:prstGeom prst="ellipse">
            <a:avLst/>
          </a:prstGeom>
          <a:solidFill>
            <a:srgbClr val="404040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3" name="小圓"/>
          <p:cNvSpPr/>
          <p:nvPr/>
        </p:nvSpPr>
        <p:spPr>
          <a:xfrm>
            <a:off x="2724912" y="4489704"/>
            <a:ext cx="768096" cy="768096"/>
          </a:xfrm>
          <a:prstGeom prst="ellipse">
            <a:avLst/>
          </a:prstGeom>
          <a:solidFill>
            <a:srgbClr val="404040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4" name="小圓"/>
          <p:cNvSpPr/>
          <p:nvPr/>
        </p:nvSpPr>
        <p:spPr>
          <a:xfrm>
            <a:off x="3732688" y="3987246"/>
            <a:ext cx="768096" cy="768096"/>
          </a:xfrm>
          <a:prstGeom prst="ellipse">
            <a:avLst/>
          </a:prstGeom>
          <a:solidFill>
            <a:srgbClr val="404040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64808" y="1783080"/>
            <a:ext cx="51782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300" dirty="0"/>
          </a:p>
        </p:txBody>
      </p:sp>
      <p:sp>
        <p:nvSpPr>
          <p:cNvPr id="17" name="線條"/>
          <p:cNvSpPr/>
          <p:nvPr/>
        </p:nvSpPr>
        <p:spPr>
          <a:xfrm>
            <a:off x="6309360" y="2167128"/>
            <a:ext cx="53336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8" name="流程鏈"/>
          <p:cNvSpPr/>
          <p:nvPr/>
        </p:nvSpPr>
        <p:spPr>
          <a:xfrm>
            <a:off x="6309360" y="2395728"/>
            <a:ext cx="1399946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600" dirty="0"/>
          </a:p>
        </p:txBody>
      </p:sp>
      <p:sp>
        <p:nvSpPr>
          <p:cNvPr id="19" name="線條"/>
          <p:cNvSpPr/>
          <p:nvPr/>
        </p:nvSpPr>
        <p:spPr>
          <a:xfrm>
            <a:off x="7773314" y="2724912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0" name="流程鏈"/>
          <p:cNvSpPr/>
          <p:nvPr/>
        </p:nvSpPr>
        <p:spPr>
          <a:xfrm>
            <a:off x="8276234" y="2395728"/>
            <a:ext cx="1399946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600" dirty="0"/>
          </a:p>
        </p:txBody>
      </p:sp>
      <p:sp>
        <p:nvSpPr>
          <p:cNvPr id="21" name="線條"/>
          <p:cNvSpPr/>
          <p:nvPr/>
        </p:nvSpPr>
        <p:spPr>
          <a:xfrm>
            <a:off x="9740189" y="2724912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2" name="流程鏈"/>
          <p:cNvSpPr/>
          <p:nvPr/>
        </p:nvSpPr>
        <p:spPr>
          <a:xfrm>
            <a:off x="10243109" y="2395728"/>
            <a:ext cx="1399946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600" dirty="0"/>
          </a:p>
        </p:txBody>
      </p:sp>
      <p:sp>
        <p:nvSpPr>
          <p:cNvPr id="23" name="流程鏈"/>
          <p:cNvSpPr/>
          <p:nvPr/>
        </p:nvSpPr>
        <p:spPr>
          <a:xfrm>
            <a:off x="6309360" y="3520440"/>
            <a:ext cx="712976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</p:txBody>
      </p:sp>
      <p:sp>
        <p:nvSpPr>
          <p:cNvPr id="24" name="線條"/>
          <p:cNvSpPr/>
          <p:nvPr/>
        </p:nvSpPr>
        <p:spPr>
          <a:xfrm>
            <a:off x="7023982" y="3776472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5" name="流程鏈"/>
          <p:cNvSpPr/>
          <p:nvPr/>
        </p:nvSpPr>
        <p:spPr>
          <a:xfrm>
            <a:off x="7464540" y="3520440"/>
            <a:ext cx="712976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</p:txBody>
      </p:sp>
      <p:sp>
        <p:nvSpPr>
          <p:cNvPr id="26" name="線條"/>
          <p:cNvSpPr/>
          <p:nvPr/>
        </p:nvSpPr>
        <p:spPr>
          <a:xfrm>
            <a:off x="8179162" y="3776472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7" name="流程鏈"/>
          <p:cNvSpPr/>
          <p:nvPr/>
        </p:nvSpPr>
        <p:spPr>
          <a:xfrm>
            <a:off x="8619720" y="3520440"/>
            <a:ext cx="712976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</p:txBody>
      </p:sp>
      <p:sp>
        <p:nvSpPr>
          <p:cNvPr id="28" name="線條"/>
          <p:cNvSpPr/>
          <p:nvPr/>
        </p:nvSpPr>
        <p:spPr>
          <a:xfrm>
            <a:off x="9334342" y="3776472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9" name="流程鏈"/>
          <p:cNvSpPr/>
          <p:nvPr/>
        </p:nvSpPr>
        <p:spPr>
          <a:xfrm>
            <a:off x="9774899" y="3520440"/>
            <a:ext cx="712976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</p:txBody>
      </p:sp>
      <p:sp>
        <p:nvSpPr>
          <p:cNvPr id="30" name="線條"/>
          <p:cNvSpPr/>
          <p:nvPr/>
        </p:nvSpPr>
        <p:spPr>
          <a:xfrm>
            <a:off x="10489521" y="3776472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1" name="流程鏈"/>
          <p:cNvSpPr/>
          <p:nvPr/>
        </p:nvSpPr>
        <p:spPr>
          <a:xfrm>
            <a:off x="10930079" y="3520440"/>
            <a:ext cx="712976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</p:txBody>
      </p:sp>
      <p:sp>
        <p:nvSpPr>
          <p:cNvPr id="32" name="流程鏈"/>
          <p:cNvSpPr/>
          <p:nvPr/>
        </p:nvSpPr>
        <p:spPr>
          <a:xfrm>
            <a:off x="6309360" y="4526280"/>
            <a:ext cx="908228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33" name="線條"/>
          <p:cNvSpPr/>
          <p:nvPr/>
        </p:nvSpPr>
        <p:spPr>
          <a:xfrm>
            <a:off x="7281596" y="4782312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4" name="流程鏈"/>
          <p:cNvSpPr/>
          <p:nvPr/>
        </p:nvSpPr>
        <p:spPr>
          <a:xfrm>
            <a:off x="7784516" y="4526280"/>
            <a:ext cx="908228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400" dirty="0"/>
          </a:p>
        </p:txBody>
      </p:sp>
      <p:sp>
        <p:nvSpPr>
          <p:cNvPr id="35" name="線條"/>
          <p:cNvSpPr/>
          <p:nvPr/>
        </p:nvSpPr>
        <p:spPr>
          <a:xfrm>
            <a:off x="8756752" y="4782312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6" name="流程鏈"/>
          <p:cNvSpPr/>
          <p:nvPr/>
        </p:nvSpPr>
        <p:spPr>
          <a:xfrm>
            <a:off x="9259672" y="4526280"/>
            <a:ext cx="908228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37" name="線條"/>
          <p:cNvSpPr/>
          <p:nvPr/>
        </p:nvSpPr>
        <p:spPr>
          <a:xfrm>
            <a:off x="10231907" y="4782312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8" name="流程鏈"/>
          <p:cNvSpPr/>
          <p:nvPr/>
        </p:nvSpPr>
        <p:spPr>
          <a:xfrm>
            <a:off x="10734827" y="4526280"/>
            <a:ext cx="908228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09360" y="5138928"/>
            <a:ext cx="908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84516" y="5138928"/>
            <a:ext cx="908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59672" y="5138928"/>
            <a:ext cx="908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734827" y="5138928"/>
            <a:ext cx="908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5760720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" cy="93268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786384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1005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細直線、折線、點狀線、曲線、▶ 小三角與區塊箭號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088" y="1783080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548640" y="2807208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處理"/>
          <p:cNvSpPr/>
          <p:nvPr/>
        </p:nvSpPr>
        <p:spPr>
          <a:xfrm>
            <a:off x="2279828" y="2807208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線條"/>
          <p:cNvSpPr/>
          <p:nvPr/>
        </p:nvSpPr>
        <p:spPr>
          <a:xfrm>
            <a:off x="1426464" y="3017520"/>
            <a:ext cx="7985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3395396" y="182880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50844" y="1783080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300" dirty="0"/>
          </a:p>
        </p:txBody>
      </p:sp>
      <p:sp>
        <p:nvSpPr>
          <p:cNvPr id="14" name="線條"/>
          <p:cNvSpPr/>
          <p:nvPr/>
        </p:nvSpPr>
        <p:spPr>
          <a:xfrm>
            <a:off x="3395396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處理"/>
          <p:cNvSpPr/>
          <p:nvPr/>
        </p:nvSpPr>
        <p:spPr>
          <a:xfrm>
            <a:off x="3395396" y="2468880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6" name="處理"/>
          <p:cNvSpPr/>
          <p:nvPr/>
        </p:nvSpPr>
        <p:spPr>
          <a:xfrm>
            <a:off x="5126584" y="3383280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連接線"/>
          <p:cNvSpPr/>
          <p:nvPr/>
        </p:nvSpPr>
        <p:spPr>
          <a:xfrm>
            <a:off x="4273220" y="2679192"/>
            <a:ext cx="798500" cy="914400"/>
          </a:xfrm>
          <a:custGeom>
            <a:avLst/>
            <a:gdLst/>
            <a:ahLst/>
            <a:cxnLst/>
            <a:rect l="l" t="t" r="r" b="b"/>
            <a:pathLst>
              <a:path w="798500" h="914400">
                <a:moveTo>
                  <a:pt x="0" y="0"/>
                </a:moveTo>
                <a:lnTo>
                  <a:pt x="399250" y="0"/>
                </a:lnTo>
                <a:lnTo>
                  <a:pt x="399250" y="914400"/>
                </a:lnTo>
                <a:lnTo>
                  <a:pt x="798500" y="91440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42152" y="182880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97600" y="1783080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300" dirty="0"/>
          </a:p>
        </p:txBody>
      </p:sp>
      <p:sp>
        <p:nvSpPr>
          <p:cNvPr id="20" name="線條"/>
          <p:cNvSpPr/>
          <p:nvPr/>
        </p:nvSpPr>
        <p:spPr>
          <a:xfrm>
            <a:off x="6242152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處理"/>
          <p:cNvSpPr/>
          <p:nvPr/>
        </p:nvSpPr>
        <p:spPr>
          <a:xfrm>
            <a:off x="6242152" y="2807208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2" name="處理"/>
          <p:cNvSpPr/>
          <p:nvPr/>
        </p:nvSpPr>
        <p:spPr>
          <a:xfrm>
            <a:off x="7973339" y="2807208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23" name="線條"/>
          <p:cNvSpPr/>
          <p:nvPr/>
        </p:nvSpPr>
        <p:spPr>
          <a:xfrm>
            <a:off x="7119976" y="3017520"/>
            <a:ext cx="7985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ysDot"/>
            <a:tailEnd type="triangle" w="lg" len="lg"/>
          </a:ln>
        </p:spPr>
      </p:sp>
      <p:sp>
        <p:nvSpPr>
          <p:cNvPr id="24" name="Text 22"/>
          <p:cNvSpPr/>
          <p:nvPr/>
        </p:nvSpPr>
        <p:spPr>
          <a:xfrm>
            <a:off x="9088907" y="182880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244355" y="1783080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300" dirty="0"/>
          </a:p>
        </p:txBody>
      </p:sp>
      <p:sp>
        <p:nvSpPr>
          <p:cNvPr id="26" name="線條"/>
          <p:cNvSpPr/>
          <p:nvPr/>
        </p:nvSpPr>
        <p:spPr>
          <a:xfrm>
            <a:off x="9088907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處理"/>
          <p:cNvSpPr/>
          <p:nvPr/>
        </p:nvSpPr>
        <p:spPr>
          <a:xfrm>
            <a:off x="9088907" y="3246120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處理"/>
          <p:cNvSpPr/>
          <p:nvPr/>
        </p:nvSpPr>
        <p:spPr>
          <a:xfrm>
            <a:off x="10820095" y="3246120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29" name="曲線箭頭"/>
          <p:cNvSpPr/>
          <p:nvPr/>
        </p:nvSpPr>
        <p:spPr>
          <a:xfrm>
            <a:off x="9500387" y="2423160"/>
            <a:ext cx="1731188" cy="768096"/>
          </a:xfrm>
          <a:custGeom>
            <a:avLst/>
            <a:gdLst/>
            <a:ahLst/>
            <a:cxnLst/>
            <a:rect l="l" t="t" r="r" b="b"/>
            <a:pathLst>
              <a:path w="1731188" h="768096">
                <a:moveTo>
                  <a:pt x="0" y="768096"/>
                </a:moveTo>
                <a:cubicBezTo>
                  <a:pt x="0" y="0"/>
                  <a:pt x="1731188" y="0"/>
                  <a:pt x="1731188" y="768096"/>
                </a:cubicBezTo>
              </a:path>
            </a:pathLst>
          </a:custGeom>
          <a:ln w="12700">
            <a:solidFill>
              <a:srgbClr val="595959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8640" y="397764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04088" y="3931920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300" dirty="0"/>
          </a:p>
        </p:txBody>
      </p:sp>
      <p:sp>
        <p:nvSpPr>
          <p:cNvPr id="32" name="線條"/>
          <p:cNvSpPr/>
          <p:nvPr/>
        </p:nvSpPr>
        <p:spPr>
          <a:xfrm>
            <a:off x="548640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983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300" dirty="0"/>
          </a:p>
        </p:txBody>
      </p:sp>
      <p:sp>
        <p:nvSpPr>
          <p:cNvPr id="34" name="線條"/>
          <p:cNvSpPr/>
          <p:nvPr/>
        </p:nvSpPr>
        <p:spPr>
          <a:xfrm>
            <a:off x="1109453" y="5166360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5" name="Text 33"/>
          <p:cNvSpPr/>
          <p:nvPr/>
        </p:nvSpPr>
        <p:spPr>
          <a:xfrm>
            <a:off x="1542250" y="4983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300" dirty="0"/>
          </a:p>
        </p:txBody>
      </p:sp>
      <p:sp>
        <p:nvSpPr>
          <p:cNvPr id="36" name="線條"/>
          <p:cNvSpPr/>
          <p:nvPr/>
        </p:nvSpPr>
        <p:spPr>
          <a:xfrm>
            <a:off x="2103063" y="5166360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7" name="Text 35"/>
          <p:cNvSpPr/>
          <p:nvPr/>
        </p:nvSpPr>
        <p:spPr>
          <a:xfrm>
            <a:off x="2535860" y="4983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95396" y="397764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550844" y="3931920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300" dirty="0"/>
          </a:p>
        </p:txBody>
      </p:sp>
      <p:sp>
        <p:nvSpPr>
          <p:cNvPr id="40" name="線條"/>
          <p:cNvSpPr/>
          <p:nvPr/>
        </p:nvSpPr>
        <p:spPr>
          <a:xfrm>
            <a:off x="3395396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1" name="處理"/>
          <p:cNvSpPr/>
          <p:nvPr/>
        </p:nvSpPr>
        <p:spPr>
          <a:xfrm>
            <a:off x="3395396" y="4956048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42" name="處理"/>
          <p:cNvSpPr/>
          <p:nvPr/>
        </p:nvSpPr>
        <p:spPr>
          <a:xfrm>
            <a:off x="5126584" y="4956048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43" name="三角形"/>
          <p:cNvSpPr/>
          <p:nvPr/>
        </p:nvSpPr>
        <p:spPr>
          <a:xfrm>
            <a:off x="4463987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4617606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三角形"/>
          <p:cNvSpPr/>
          <p:nvPr/>
        </p:nvSpPr>
        <p:spPr>
          <a:xfrm>
            <a:off x="4771225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242152" y="397764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97600" y="3931920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300" dirty="0"/>
          </a:p>
        </p:txBody>
      </p:sp>
      <p:sp>
        <p:nvSpPr>
          <p:cNvPr id="48" name="線條"/>
          <p:cNvSpPr/>
          <p:nvPr/>
        </p:nvSpPr>
        <p:spPr>
          <a:xfrm>
            <a:off x="6242152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9" name="區塊箭號"/>
          <p:cNvSpPr/>
          <p:nvPr/>
        </p:nvSpPr>
        <p:spPr>
          <a:xfrm>
            <a:off x="6242152" y="4919472"/>
            <a:ext cx="961111" cy="493776"/>
          </a:xfrm>
          <a:prstGeom prst="homePlate">
            <a:avLst>
              <a:gd name="adj" fmla="val 33333"/>
            </a:avLst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300" dirty="0"/>
          </a:p>
        </p:txBody>
      </p:sp>
      <p:sp>
        <p:nvSpPr>
          <p:cNvPr id="50" name="區塊箭號"/>
          <p:cNvSpPr/>
          <p:nvPr/>
        </p:nvSpPr>
        <p:spPr>
          <a:xfrm>
            <a:off x="7075246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70707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300" dirty="0"/>
          </a:p>
        </p:txBody>
      </p:sp>
      <p:sp>
        <p:nvSpPr>
          <p:cNvPr id="51" name="區塊箭號"/>
          <p:cNvSpPr/>
          <p:nvPr/>
        </p:nvSpPr>
        <p:spPr>
          <a:xfrm>
            <a:off x="7908341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5B9BD5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088907" y="397764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244355" y="3931920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300" dirty="0"/>
          </a:p>
        </p:txBody>
      </p:sp>
      <p:sp>
        <p:nvSpPr>
          <p:cNvPr id="54" name="線條"/>
          <p:cNvSpPr/>
          <p:nvPr/>
        </p:nvSpPr>
        <p:spPr>
          <a:xfrm>
            <a:off x="9088907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5" name="處理"/>
          <p:cNvSpPr/>
          <p:nvPr/>
        </p:nvSpPr>
        <p:spPr>
          <a:xfrm>
            <a:off x="9088907" y="4956048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56" name="處理"/>
          <p:cNvSpPr/>
          <p:nvPr/>
        </p:nvSpPr>
        <p:spPr>
          <a:xfrm>
            <a:off x="10820095" y="4572000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300" dirty="0"/>
          </a:p>
        </p:txBody>
      </p:sp>
      <p:sp>
        <p:nvSpPr>
          <p:cNvPr id="57" name="處理"/>
          <p:cNvSpPr/>
          <p:nvPr/>
        </p:nvSpPr>
        <p:spPr>
          <a:xfrm>
            <a:off x="10820095" y="5340096"/>
            <a:ext cx="822960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300" dirty="0"/>
          </a:p>
        </p:txBody>
      </p:sp>
      <p:sp>
        <p:nvSpPr>
          <p:cNvPr id="58" name="線條"/>
          <p:cNvSpPr/>
          <p:nvPr/>
        </p:nvSpPr>
        <p:spPr>
          <a:xfrm>
            <a:off x="9966731" y="5166360"/>
            <a:ext cx="39925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10365981" y="4782312"/>
            <a:ext cx="399250" cy="384048"/>
          </a:xfrm>
          <a:custGeom>
            <a:avLst/>
            <a:gdLst/>
            <a:ahLst/>
            <a:cxnLst/>
            <a:rect l="l" t="t" r="r" b="b"/>
            <a:pathLst>
              <a:path w="399250" h="384048">
                <a:moveTo>
                  <a:pt x="0" y="384048"/>
                </a:moveTo>
                <a:lnTo>
                  <a:pt x="0" y="0"/>
                </a:lnTo>
                <a:lnTo>
                  <a:pt x="399250" y="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連接線"/>
          <p:cNvSpPr/>
          <p:nvPr/>
        </p:nvSpPr>
        <p:spPr>
          <a:xfrm>
            <a:off x="10365981" y="5166360"/>
            <a:ext cx="399250" cy="384048"/>
          </a:xfrm>
          <a:custGeom>
            <a:avLst/>
            <a:gdLst/>
            <a:ahLst/>
            <a:cxnLst/>
            <a:rect l="l" t="t" r="r" b="b"/>
            <a:pathLst>
              <a:path w="399250" h="384048">
                <a:moveTo>
                  <a:pt x="0" y="0"/>
                </a:moveTo>
                <a:lnTo>
                  <a:pt x="0" y="384048"/>
                </a:lnTo>
                <a:lnTo>
                  <a:pt x="399250" y="384048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48640" y="59436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連接線為獨立線條，移動圖形後需手動調整；建議先排好圖形再拉線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" cy="93268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786384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1005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開始／結束、處理、判斷、輸入輸出、文件、資料庫</a:t>
            </a:r>
            <a:endParaRPr lang="en-US" sz="1600" dirty="0"/>
          </a:p>
        </p:txBody>
      </p:sp>
      <p:sp>
        <p:nvSpPr>
          <p:cNvPr id="6" name="開始／結束"/>
          <p:cNvSpPr/>
          <p:nvPr/>
        </p:nvSpPr>
        <p:spPr>
          <a:xfrm>
            <a:off x="787375" y="223113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400" dirty="0"/>
          </a:p>
        </p:txBody>
      </p:sp>
      <p:sp>
        <p:nvSpPr>
          <p:cNvPr id="8" name="處理"/>
          <p:cNvSpPr/>
          <p:nvPr/>
        </p:nvSpPr>
        <p:spPr>
          <a:xfrm>
            <a:off x="2590724" y="2185416"/>
            <a:ext cx="146304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97709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0" name="判斷"/>
          <p:cNvSpPr/>
          <p:nvPr/>
        </p:nvSpPr>
        <p:spPr>
          <a:xfrm>
            <a:off x="4485513" y="2057400"/>
            <a:ext cx="1371600" cy="91440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5B9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46778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2" name="輸入輸出"/>
          <p:cNvSpPr/>
          <p:nvPr/>
        </p:nvSpPr>
        <p:spPr>
          <a:xfrm>
            <a:off x="6243142" y="2185416"/>
            <a:ext cx="1554480" cy="658368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48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400" dirty="0"/>
          </a:p>
        </p:txBody>
      </p:sp>
      <p:sp>
        <p:nvSpPr>
          <p:cNvPr id="14" name="文件"/>
          <p:cNvSpPr/>
          <p:nvPr/>
        </p:nvSpPr>
        <p:spPr>
          <a:xfrm>
            <a:off x="8183651" y="2125980"/>
            <a:ext cx="1371600" cy="777240"/>
          </a:xfrm>
          <a:custGeom>
            <a:avLst/>
            <a:gdLst/>
            <a:ahLst/>
            <a:cxnLst/>
            <a:rect l="l" t="t" r="r" b="b"/>
            <a:pathLst>
              <a:path w="1371600" h="777240">
                <a:moveTo>
                  <a:pt x="0" y="0"/>
                </a:moveTo>
                <a:lnTo>
                  <a:pt x="1371600" y="0"/>
                </a:lnTo>
                <a:lnTo>
                  <a:pt x="1371600" y="623346"/>
                </a:lnTo>
                <a:cubicBezTo>
                  <a:pt x="685800" y="623346"/>
                  <a:pt x="685800" y="860793"/>
                  <a:pt x="0" y="725942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0" rIns="38100" bIns="15544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44917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6" name="資料庫"/>
          <p:cNvSpPr/>
          <p:nvPr/>
        </p:nvSpPr>
        <p:spPr>
          <a:xfrm>
            <a:off x="10215601" y="2057400"/>
            <a:ext cx="1005840" cy="91440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93986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813048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4088" y="3767328"/>
            <a:ext cx="109389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300" dirty="0"/>
          </a:p>
        </p:txBody>
      </p:sp>
      <p:sp>
        <p:nvSpPr>
          <p:cNvPr id="20" name="線條"/>
          <p:cNvSpPr/>
          <p:nvPr/>
        </p:nvSpPr>
        <p:spPr>
          <a:xfrm>
            <a:off x="548640" y="4151376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開始／結束"/>
          <p:cNvSpPr/>
          <p:nvPr/>
        </p:nvSpPr>
        <p:spPr>
          <a:xfrm>
            <a:off x="548640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22" name="輸入輸出"/>
          <p:cNvSpPr/>
          <p:nvPr/>
        </p:nvSpPr>
        <p:spPr>
          <a:xfrm>
            <a:off x="2228027" y="4398264"/>
            <a:ext cx="1645920" cy="621792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400" dirty="0"/>
          </a:p>
        </p:txBody>
      </p:sp>
      <p:sp>
        <p:nvSpPr>
          <p:cNvPr id="23" name="判斷"/>
          <p:cNvSpPr/>
          <p:nvPr/>
        </p:nvSpPr>
        <p:spPr>
          <a:xfrm>
            <a:off x="4410334" y="4251960"/>
            <a:ext cx="1554480" cy="91440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5B9BD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300" dirty="0"/>
          </a:p>
        </p:txBody>
      </p:sp>
      <p:sp>
        <p:nvSpPr>
          <p:cNvPr id="24" name="處理"/>
          <p:cNvSpPr/>
          <p:nvPr/>
        </p:nvSpPr>
        <p:spPr>
          <a:xfrm>
            <a:off x="6501201" y="4398264"/>
            <a:ext cx="146304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400" dirty="0"/>
          </a:p>
        </p:txBody>
      </p:sp>
      <p:sp>
        <p:nvSpPr>
          <p:cNvPr id="25" name="文件"/>
          <p:cNvSpPr/>
          <p:nvPr/>
        </p:nvSpPr>
        <p:spPr>
          <a:xfrm>
            <a:off x="8500628" y="4343400"/>
            <a:ext cx="1463040" cy="731520"/>
          </a:xfrm>
          <a:custGeom>
            <a:avLst/>
            <a:gdLst/>
            <a:ahLst/>
            <a:cxnLst/>
            <a:rect l="l" t="t" r="r" b="b"/>
            <a:pathLst>
              <a:path w="1463040" h="731520">
                <a:moveTo>
                  <a:pt x="0" y="0"/>
                </a:moveTo>
                <a:lnTo>
                  <a:pt x="1463040" y="0"/>
                </a:lnTo>
                <a:lnTo>
                  <a:pt x="1463040" y="586679"/>
                </a:lnTo>
                <a:cubicBezTo>
                  <a:pt x="731520" y="586679"/>
                  <a:pt x="731520" y="810158"/>
                  <a:pt x="0" y="68324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0" rIns="38100" bIns="14630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400" dirty="0"/>
          </a:p>
        </p:txBody>
      </p:sp>
      <p:sp>
        <p:nvSpPr>
          <p:cNvPr id="26" name="開始／結束"/>
          <p:cNvSpPr/>
          <p:nvPr/>
        </p:nvSpPr>
        <p:spPr>
          <a:xfrm>
            <a:off x="10500055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00" dirty="0"/>
          </a:p>
        </p:txBody>
      </p:sp>
      <p:sp>
        <p:nvSpPr>
          <p:cNvPr id="27" name="線條"/>
          <p:cNvSpPr/>
          <p:nvPr/>
        </p:nvSpPr>
        <p:spPr>
          <a:xfrm>
            <a:off x="1755648" y="4709160"/>
            <a:ext cx="499811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8" name="線條"/>
          <p:cNvSpPr/>
          <p:nvPr/>
        </p:nvSpPr>
        <p:spPr>
          <a:xfrm>
            <a:off x="3828227" y="4709160"/>
            <a:ext cx="518099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9" name="線條"/>
          <p:cNvSpPr/>
          <p:nvPr/>
        </p:nvSpPr>
        <p:spPr>
          <a:xfrm>
            <a:off x="6028822" y="4709160"/>
            <a:ext cx="408371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0" name="線條"/>
          <p:cNvSpPr/>
          <p:nvPr/>
        </p:nvSpPr>
        <p:spPr>
          <a:xfrm>
            <a:off x="8028249" y="4709160"/>
            <a:ext cx="408371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1" name="線條"/>
          <p:cNvSpPr/>
          <p:nvPr/>
        </p:nvSpPr>
        <p:spPr>
          <a:xfrm>
            <a:off x="10027676" y="4709160"/>
            <a:ext cx="408371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32" name="Text 30"/>
          <p:cNvSpPr/>
          <p:nvPr/>
        </p:nvSpPr>
        <p:spPr>
          <a:xfrm>
            <a:off x="5983102" y="4325112"/>
            <a:ext cx="536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100" dirty="0"/>
          </a:p>
        </p:txBody>
      </p:sp>
      <p:sp>
        <p:nvSpPr>
          <p:cNvPr id="33" name="資料庫"/>
          <p:cNvSpPr/>
          <p:nvPr/>
        </p:nvSpPr>
        <p:spPr>
          <a:xfrm>
            <a:off x="6775521" y="5413248"/>
            <a:ext cx="914400" cy="749808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200" dirty="0"/>
          </a:p>
        </p:txBody>
      </p:sp>
      <p:sp>
        <p:nvSpPr>
          <p:cNvPr id="34" name="線條"/>
          <p:cNvSpPr/>
          <p:nvPr/>
        </p:nvSpPr>
        <p:spPr>
          <a:xfrm>
            <a:off x="7232721" y="5074920"/>
            <a:ext cx="0" cy="283464"/>
          </a:xfrm>
          <a:prstGeom prst="line">
            <a:avLst/>
          </a:prstGeom>
          <a:noFill/>
          <a:ln w="12700">
            <a:solidFill>
              <a:srgbClr val="595959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35" name="連接線"/>
          <p:cNvSpPr/>
          <p:nvPr/>
        </p:nvSpPr>
        <p:spPr>
          <a:xfrm>
            <a:off x="3050987" y="5074920"/>
            <a:ext cx="2136587" cy="777240"/>
          </a:xfrm>
          <a:custGeom>
            <a:avLst/>
            <a:gdLst/>
            <a:ahLst/>
            <a:cxnLst/>
            <a:rect l="l" t="t" r="r" b="b"/>
            <a:pathLst>
              <a:path w="2136587" h="777240">
                <a:moveTo>
                  <a:pt x="2136587" y="146304"/>
                </a:moveTo>
                <a:lnTo>
                  <a:pt x="2136587" y="777240"/>
                </a:lnTo>
                <a:lnTo>
                  <a:pt x="0" y="777240"/>
                </a:lnTo>
                <a:lnTo>
                  <a:pt x="0" y="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79014" y="5276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" cy="93268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786384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1005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樹狀分支、十字矩陣與半透明寬欄條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088" y="1783080"/>
            <a:ext cx="5056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548640" y="2167128"/>
            <a:ext cx="52120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548640" y="3794760"/>
            <a:ext cx="74980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300" dirty="0"/>
          </a:p>
        </p:txBody>
      </p:sp>
      <p:sp>
        <p:nvSpPr>
          <p:cNvPr id="10" name="處理"/>
          <p:cNvSpPr/>
          <p:nvPr/>
        </p:nvSpPr>
        <p:spPr>
          <a:xfrm>
            <a:off x="1874520" y="3063240"/>
            <a:ext cx="84124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200" dirty="0"/>
          </a:p>
        </p:txBody>
      </p:sp>
      <p:sp>
        <p:nvSpPr>
          <p:cNvPr id="11" name="處理"/>
          <p:cNvSpPr/>
          <p:nvPr/>
        </p:nvSpPr>
        <p:spPr>
          <a:xfrm>
            <a:off x="1874520" y="4526280"/>
            <a:ext cx="841248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200" dirty="0"/>
          </a:p>
        </p:txBody>
      </p:sp>
      <p:sp>
        <p:nvSpPr>
          <p:cNvPr id="12" name="處理"/>
          <p:cNvSpPr/>
          <p:nvPr/>
        </p:nvSpPr>
        <p:spPr>
          <a:xfrm>
            <a:off x="3291840" y="3794760"/>
            <a:ext cx="749808" cy="457200"/>
          </a:xfrm>
          <a:prstGeom prst="roundRect">
            <a:avLst>
              <a:gd name="adj" fmla="val 6000"/>
            </a:avLst>
          </a:prstGeom>
          <a:solidFill>
            <a:srgbClr val="404040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300" dirty="0"/>
          </a:p>
        </p:txBody>
      </p:sp>
      <p:sp>
        <p:nvSpPr>
          <p:cNvPr id="13" name="處理"/>
          <p:cNvSpPr/>
          <p:nvPr/>
        </p:nvSpPr>
        <p:spPr>
          <a:xfrm>
            <a:off x="4617720" y="2606040"/>
            <a:ext cx="1143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200" dirty="0"/>
          </a:p>
        </p:txBody>
      </p:sp>
      <p:sp>
        <p:nvSpPr>
          <p:cNvPr id="14" name="處理"/>
          <p:cNvSpPr/>
          <p:nvPr/>
        </p:nvSpPr>
        <p:spPr>
          <a:xfrm>
            <a:off x="4617720" y="3794760"/>
            <a:ext cx="1143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200" dirty="0"/>
          </a:p>
        </p:txBody>
      </p:sp>
      <p:sp>
        <p:nvSpPr>
          <p:cNvPr id="15" name="處理"/>
          <p:cNvSpPr/>
          <p:nvPr/>
        </p:nvSpPr>
        <p:spPr>
          <a:xfrm>
            <a:off x="4617720" y="4983480"/>
            <a:ext cx="11430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200" dirty="0"/>
          </a:p>
        </p:txBody>
      </p:sp>
      <p:sp>
        <p:nvSpPr>
          <p:cNvPr id="16" name="連接線"/>
          <p:cNvSpPr/>
          <p:nvPr/>
        </p:nvSpPr>
        <p:spPr>
          <a:xfrm>
            <a:off x="135331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135331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77063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277063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連接線"/>
          <p:cNvSpPr/>
          <p:nvPr/>
        </p:nvSpPr>
        <p:spPr>
          <a:xfrm>
            <a:off x="4096512" y="283464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1188720"/>
                </a:moveTo>
                <a:lnTo>
                  <a:pt x="233172" y="11887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線條"/>
          <p:cNvSpPr/>
          <p:nvPr/>
        </p:nvSpPr>
        <p:spPr>
          <a:xfrm>
            <a:off x="4096512" y="4023360"/>
            <a:ext cx="466344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2" name="連接線"/>
          <p:cNvSpPr/>
          <p:nvPr/>
        </p:nvSpPr>
        <p:spPr>
          <a:xfrm>
            <a:off x="4096512" y="402336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0"/>
                </a:moveTo>
                <a:lnTo>
                  <a:pt x="233172" y="0"/>
                </a:lnTo>
                <a:lnTo>
                  <a:pt x="233172" y="1188720"/>
                </a:lnTo>
                <a:lnTo>
                  <a:pt x="466344" y="118872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72200" y="182880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27648" y="178308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300" dirty="0"/>
          </a:p>
        </p:txBody>
      </p:sp>
      <p:sp>
        <p:nvSpPr>
          <p:cNvPr id="25" name="線條"/>
          <p:cNvSpPr/>
          <p:nvPr/>
        </p:nvSpPr>
        <p:spPr>
          <a:xfrm>
            <a:off x="6172200" y="2167128"/>
            <a:ext cx="26974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6556248" y="4023360"/>
            <a:ext cx="192938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7" name="線條"/>
          <p:cNvSpPr/>
          <p:nvPr/>
        </p:nvSpPr>
        <p:spPr>
          <a:xfrm>
            <a:off x="7520940" y="2697480"/>
            <a:ext cx="0" cy="265176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8" name="中心圓"/>
          <p:cNvSpPr/>
          <p:nvPr/>
        </p:nvSpPr>
        <p:spPr>
          <a:xfrm>
            <a:off x="7100316" y="3602736"/>
            <a:ext cx="841248" cy="841248"/>
          </a:xfrm>
          <a:prstGeom prst="ellipse">
            <a:avLst/>
          </a:prstGeom>
          <a:solidFill>
            <a:srgbClr val="404040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29" name="標籤"/>
          <p:cNvSpPr/>
          <p:nvPr/>
        </p:nvSpPr>
        <p:spPr>
          <a:xfrm>
            <a:off x="6549136" y="3227832"/>
            <a:ext cx="517144" cy="274320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100" dirty="0"/>
          </a:p>
        </p:txBody>
      </p:sp>
      <p:sp>
        <p:nvSpPr>
          <p:cNvPr id="30" name="標籤"/>
          <p:cNvSpPr/>
          <p:nvPr/>
        </p:nvSpPr>
        <p:spPr>
          <a:xfrm>
            <a:off x="7975600" y="3227832"/>
            <a:ext cx="517144" cy="274320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100" dirty="0"/>
          </a:p>
        </p:txBody>
      </p:sp>
      <p:sp>
        <p:nvSpPr>
          <p:cNvPr id="31" name="標籤"/>
          <p:cNvSpPr/>
          <p:nvPr/>
        </p:nvSpPr>
        <p:spPr>
          <a:xfrm>
            <a:off x="6549136" y="4544568"/>
            <a:ext cx="517144" cy="274320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100" dirty="0"/>
          </a:p>
        </p:txBody>
      </p:sp>
      <p:sp>
        <p:nvSpPr>
          <p:cNvPr id="32" name="標籤"/>
          <p:cNvSpPr/>
          <p:nvPr/>
        </p:nvSpPr>
        <p:spPr>
          <a:xfrm>
            <a:off x="7975600" y="4544568"/>
            <a:ext cx="517144" cy="274320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7230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72300" y="5394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3886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3886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35440" y="1828800"/>
            <a:ext cx="45720" cy="20116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390888" y="1783080"/>
            <a:ext cx="2252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300" dirty="0"/>
          </a:p>
        </p:txBody>
      </p:sp>
      <p:sp>
        <p:nvSpPr>
          <p:cNvPr id="39" name="線條"/>
          <p:cNvSpPr/>
          <p:nvPr/>
        </p:nvSpPr>
        <p:spPr>
          <a:xfrm>
            <a:off x="9235440" y="2167128"/>
            <a:ext cx="24076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66960" y="22860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744200" y="22860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100" dirty="0"/>
          </a:p>
        </p:txBody>
      </p:sp>
      <p:sp>
        <p:nvSpPr>
          <p:cNvPr id="42" name="寬欄條"/>
          <p:cNvSpPr/>
          <p:nvPr/>
        </p:nvSpPr>
        <p:spPr>
          <a:xfrm>
            <a:off x="10149840" y="2606040"/>
            <a:ext cx="566928" cy="310896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寬欄條"/>
          <p:cNvSpPr/>
          <p:nvPr/>
        </p:nvSpPr>
        <p:spPr>
          <a:xfrm>
            <a:off x="10927080" y="2606040"/>
            <a:ext cx="566928" cy="310896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235440" y="30449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100" dirty="0"/>
          </a:p>
        </p:txBody>
      </p:sp>
      <p:sp>
        <p:nvSpPr>
          <p:cNvPr id="45" name="編號"/>
          <p:cNvSpPr/>
          <p:nvPr/>
        </p:nvSpPr>
        <p:spPr>
          <a:xfrm>
            <a:off x="10222992" y="2990088"/>
            <a:ext cx="420624" cy="420624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300" dirty="0"/>
          </a:p>
        </p:txBody>
      </p:sp>
      <p:sp>
        <p:nvSpPr>
          <p:cNvPr id="46" name="編號"/>
          <p:cNvSpPr/>
          <p:nvPr/>
        </p:nvSpPr>
        <p:spPr>
          <a:xfrm>
            <a:off x="11000232" y="2990088"/>
            <a:ext cx="420624" cy="420624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235440" y="40050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100" dirty="0"/>
          </a:p>
        </p:txBody>
      </p:sp>
      <p:sp>
        <p:nvSpPr>
          <p:cNvPr id="48" name="編號"/>
          <p:cNvSpPr/>
          <p:nvPr/>
        </p:nvSpPr>
        <p:spPr>
          <a:xfrm>
            <a:off x="10222992" y="3950208"/>
            <a:ext cx="420624" cy="420624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300" dirty="0"/>
          </a:p>
        </p:txBody>
      </p:sp>
      <p:sp>
        <p:nvSpPr>
          <p:cNvPr id="49" name="編號"/>
          <p:cNvSpPr/>
          <p:nvPr/>
        </p:nvSpPr>
        <p:spPr>
          <a:xfrm>
            <a:off x="11000232" y="3950208"/>
            <a:ext cx="420624" cy="420624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235440" y="49651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100" dirty="0"/>
          </a:p>
        </p:txBody>
      </p:sp>
      <p:sp>
        <p:nvSpPr>
          <p:cNvPr id="51" name="編號"/>
          <p:cNvSpPr/>
          <p:nvPr/>
        </p:nvSpPr>
        <p:spPr>
          <a:xfrm>
            <a:off x="10222992" y="4910328"/>
            <a:ext cx="420624" cy="420624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300" dirty="0"/>
          </a:p>
        </p:txBody>
      </p:sp>
      <p:sp>
        <p:nvSpPr>
          <p:cNvPr id="52" name="編號"/>
          <p:cNvSpPr/>
          <p:nvPr/>
        </p:nvSpPr>
        <p:spPr>
          <a:xfrm>
            <a:off x="11000232" y="4910328"/>
            <a:ext cx="420624" cy="420624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" cy="93268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786384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1005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關鍵在於把資訊整理成對方能理解的結構</a:t>
            </a:r>
            <a:endParaRPr lang="en-US" sz="1600" dirty="0"/>
          </a:p>
        </p:txBody>
      </p:sp>
      <p:sp>
        <p:nvSpPr>
          <p:cNvPr id="6" name="大圓"/>
          <p:cNvSpPr/>
          <p:nvPr/>
        </p:nvSpPr>
        <p:spPr>
          <a:xfrm>
            <a:off x="1208989" y="1828800"/>
            <a:ext cx="2377440" cy="2377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08989" y="2137867"/>
            <a:ext cx="23774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446733" y="2898648"/>
            <a:ext cx="19019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500" dirty="0"/>
          </a:p>
        </p:txBody>
      </p:sp>
      <p:sp>
        <p:nvSpPr>
          <p:cNvPr id="9" name="大圓"/>
          <p:cNvSpPr/>
          <p:nvPr/>
        </p:nvSpPr>
        <p:spPr>
          <a:xfrm>
            <a:off x="4907128" y="1828800"/>
            <a:ext cx="2377440" cy="2377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07128" y="2137867"/>
            <a:ext cx="23774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5144872" y="2898648"/>
            <a:ext cx="19019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2" name="大圓"/>
          <p:cNvSpPr/>
          <p:nvPr/>
        </p:nvSpPr>
        <p:spPr>
          <a:xfrm>
            <a:off x="8605266" y="1828800"/>
            <a:ext cx="2377440" cy="2377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05266" y="2137867"/>
            <a:ext cx="23774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8843010" y="2898648"/>
            <a:ext cx="19019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500" dirty="0"/>
          </a:p>
        </p:txBody>
      </p:sp>
      <p:sp>
        <p:nvSpPr>
          <p:cNvPr id="15" name="線條"/>
          <p:cNvSpPr/>
          <p:nvPr/>
        </p:nvSpPr>
        <p:spPr>
          <a:xfrm>
            <a:off x="3983431" y="3017520"/>
            <a:ext cx="526694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6" name="線條"/>
          <p:cNvSpPr/>
          <p:nvPr/>
        </p:nvSpPr>
        <p:spPr>
          <a:xfrm>
            <a:off x="7681570" y="3017520"/>
            <a:ext cx="526694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7" name="小圓"/>
          <p:cNvSpPr/>
          <p:nvPr/>
        </p:nvSpPr>
        <p:spPr>
          <a:xfrm>
            <a:off x="4780734" y="3367150"/>
            <a:ext cx="731520" cy="731520"/>
          </a:xfrm>
          <a:prstGeom prst="ellipse">
            <a:avLst/>
          </a:prstGeom>
          <a:solidFill>
            <a:srgbClr val="404040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8" name="小圓"/>
          <p:cNvSpPr/>
          <p:nvPr/>
        </p:nvSpPr>
        <p:spPr>
          <a:xfrm>
            <a:off x="5730088" y="3840480"/>
            <a:ext cx="731520" cy="731520"/>
          </a:xfrm>
          <a:prstGeom prst="ellipse">
            <a:avLst/>
          </a:prstGeom>
          <a:solidFill>
            <a:srgbClr val="404040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9" name="小圓"/>
          <p:cNvSpPr/>
          <p:nvPr/>
        </p:nvSpPr>
        <p:spPr>
          <a:xfrm>
            <a:off x="6679442" y="3367150"/>
            <a:ext cx="731520" cy="731520"/>
          </a:xfrm>
          <a:prstGeom prst="ellipse">
            <a:avLst/>
          </a:prstGeom>
          <a:solidFill>
            <a:srgbClr val="404040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62446" y="470916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11800" y="470916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1154" y="470916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150" dirty="0"/>
          </a:p>
        </p:txBody>
      </p:sp>
      <p:sp>
        <p:nvSpPr>
          <p:cNvPr id="23" name="標籤"/>
          <p:cNvSpPr/>
          <p:nvPr/>
        </p:nvSpPr>
        <p:spPr>
          <a:xfrm>
            <a:off x="1346149" y="4572000"/>
            <a:ext cx="2103120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300" dirty="0"/>
          </a:p>
        </p:txBody>
      </p:sp>
      <p:sp>
        <p:nvSpPr>
          <p:cNvPr id="24" name="標籤"/>
          <p:cNvSpPr/>
          <p:nvPr/>
        </p:nvSpPr>
        <p:spPr>
          <a:xfrm>
            <a:off x="1346149" y="5074920"/>
            <a:ext cx="2103120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300" dirty="0"/>
          </a:p>
        </p:txBody>
      </p:sp>
      <p:sp>
        <p:nvSpPr>
          <p:cNvPr id="25" name="標籤"/>
          <p:cNvSpPr/>
          <p:nvPr/>
        </p:nvSpPr>
        <p:spPr>
          <a:xfrm>
            <a:off x="1346149" y="5577840"/>
            <a:ext cx="2103120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6" name="標籤"/>
          <p:cNvSpPr/>
          <p:nvPr/>
        </p:nvSpPr>
        <p:spPr>
          <a:xfrm>
            <a:off x="8742426" y="4572000"/>
            <a:ext cx="2103120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300" dirty="0"/>
          </a:p>
        </p:txBody>
      </p:sp>
      <p:sp>
        <p:nvSpPr>
          <p:cNvPr id="27" name="標籤"/>
          <p:cNvSpPr/>
          <p:nvPr/>
        </p:nvSpPr>
        <p:spPr>
          <a:xfrm>
            <a:off x="8742426" y="5074920"/>
            <a:ext cx="2103120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300" dirty="0"/>
          </a:p>
        </p:txBody>
      </p:sp>
      <p:sp>
        <p:nvSpPr>
          <p:cNvPr id="28" name="標籤"/>
          <p:cNvSpPr/>
          <p:nvPr/>
        </p:nvSpPr>
        <p:spPr>
          <a:xfrm>
            <a:off x="8742426" y="5577840"/>
            <a:ext cx="2103120" cy="38404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" cy="93268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786384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1005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從現況、課題到行動方案的思考路徑</a:t>
            </a:r>
            <a:endParaRPr lang="en-US" sz="1600" dirty="0"/>
          </a:p>
        </p:txBody>
      </p:sp>
      <p:sp>
        <p:nvSpPr>
          <p:cNvPr id="6" name="卡片"/>
          <p:cNvSpPr/>
          <p:nvPr/>
        </p:nvSpPr>
        <p:spPr>
          <a:xfrm>
            <a:off x="548640" y="3931920"/>
            <a:ext cx="1882384" cy="84124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400" dirty="0"/>
          </a:p>
        </p:txBody>
      </p:sp>
      <p:sp>
        <p:nvSpPr>
          <p:cNvPr id="8" name="線條"/>
          <p:cNvSpPr/>
          <p:nvPr/>
        </p:nvSpPr>
        <p:spPr>
          <a:xfrm>
            <a:off x="2421880" y="4352544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9" name="卡片"/>
          <p:cNvSpPr/>
          <p:nvPr/>
        </p:nvSpPr>
        <p:spPr>
          <a:xfrm>
            <a:off x="2851648" y="3931920"/>
            <a:ext cx="1882384" cy="84124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51648" y="3931920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1" name="線條"/>
          <p:cNvSpPr/>
          <p:nvPr/>
        </p:nvSpPr>
        <p:spPr>
          <a:xfrm>
            <a:off x="4724888" y="4352544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2" name="重點卡片"/>
          <p:cNvSpPr/>
          <p:nvPr/>
        </p:nvSpPr>
        <p:spPr>
          <a:xfrm>
            <a:off x="5154656" y="3931920"/>
            <a:ext cx="1882384" cy="841248"/>
          </a:xfrm>
          <a:prstGeom prst="roundRect">
            <a:avLst>
              <a:gd name="adj" fmla="val 3261"/>
            </a:avLst>
          </a:prstGeom>
          <a:solidFill>
            <a:srgbClr val="404040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C6C6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3" name="線條"/>
          <p:cNvSpPr/>
          <p:nvPr/>
        </p:nvSpPr>
        <p:spPr>
          <a:xfrm>
            <a:off x="7027896" y="4352544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4" name="卡片"/>
          <p:cNvSpPr/>
          <p:nvPr/>
        </p:nvSpPr>
        <p:spPr>
          <a:xfrm>
            <a:off x="7457664" y="3931920"/>
            <a:ext cx="1882384" cy="84124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7664" y="3931920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6" name="線條"/>
          <p:cNvSpPr/>
          <p:nvPr/>
        </p:nvSpPr>
        <p:spPr>
          <a:xfrm>
            <a:off x="9330903" y="4352544"/>
            <a:ext cx="43891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17" name="卡片"/>
          <p:cNvSpPr/>
          <p:nvPr/>
        </p:nvSpPr>
        <p:spPr>
          <a:xfrm>
            <a:off x="9760671" y="3931920"/>
            <a:ext cx="1882384" cy="84124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60671" y="3931920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400" dirty="0"/>
          </a:p>
        </p:txBody>
      </p:sp>
      <p:sp>
        <p:nvSpPr>
          <p:cNvPr id="19" name="卡片"/>
          <p:cNvSpPr/>
          <p:nvPr/>
        </p:nvSpPr>
        <p:spPr>
          <a:xfrm>
            <a:off x="5154656" y="1828800"/>
            <a:ext cx="1882384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54656" y="1828800"/>
            <a:ext cx="188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21" name="卡片"/>
          <p:cNvSpPr/>
          <p:nvPr/>
        </p:nvSpPr>
        <p:spPr>
          <a:xfrm>
            <a:off x="2668768" y="2788920"/>
            <a:ext cx="1543555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68768" y="2788920"/>
            <a:ext cx="15435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400" dirty="0"/>
          </a:p>
        </p:txBody>
      </p:sp>
      <p:sp>
        <p:nvSpPr>
          <p:cNvPr id="23" name="卡片"/>
          <p:cNvSpPr/>
          <p:nvPr/>
        </p:nvSpPr>
        <p:spPr>
          <a:xfrm>
            <a:off x="7979373" y="2788920"/>
            <a:ext cx="1543555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979373" y="2788920"/>
            <a:ext cx="15435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25" name="曲線箭頭"/>
          <p:cNvSpPr/>
          <p:nvPr/>
        </p:nvSpPr>
        <p:spPr>
          <a:xfrm>
            <a:off x="3440545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493776"/>
                </a:moveTo>
                <a:cubicBezTo>
                  <a:pt x="0" y="0"/>
                  <a:pt x="274320" y="0"/>
                  <a:pt x="1640958" y="0"/>
                </a:cubicBezTo>
              </a:path>
            </a:pathLst>
          </a:custGeom>
          <a:ln w="12700">
            <a:solidFill>
              <a:srgbClr val="595959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曲線箭頭"/>
          <p:cNvSpPr/>
          <p:nvPr/>
        </p:nvSpPr>
        <p:spPr>
          <a:xfrm>
            <a:off x="7110192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0"/>
                </a:moveTo>
                <a:cubicBezTo>
                  <a:pt x="1366638" y="0"/>
                  <a:pt x="1640958" y="0"/>
                  <a:pt x="1640958" y="493776"/>
                </a:cubicBezTo>
              </a:path>
            </a:pathLst>
          </a:custGeom>
          <a:ln w="12700">
            <a:solidFill>
              <a:srgbClr val="595959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4285475" y="3118104"/>
            <a:ext cx="3620746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8" name="編號"/>
          <p:cNvSpPr/>
          <p:nvPr/>
        </p:nvSpPr>
        <p:spPr>
          <a:xfrm>
            <a:off x="548640" y="1865376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100" dirty="0"/>
          </a:p>
        </p:txBody>
      </p:sp>
      <p:sp>
        <p:nvSpPr>
          <p:cNvPr id="29" name="編號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100" dirty="0"/>
          </a:p>
        </p:txBody>
      </p:sp>
      <p:sp>
        <p:nvSpPr>
          <p:cNvPr id="30" name="標籤"/>
          <p:cNvSpPr/>
          <p:nvPr/>
        </p:nvSpPr>
        <p:spPr>
          <a:xfrm>
            <a:off x="1325880" y="1874520"/>
            <a:ext cx="804591" cy="29260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100" dirty="0"/>
          </a:p>
        </p:txBody>
      </p:sp>
      <p:sp>
        <p:nvSpPr>
          <p:cNvPr id="31" name="編號"/>
          <p:cNvSpPr/>
          <p:nvPr/>
        </p:nvSpPr>
        <p:spPr>
          <a:xfrm>
            <a:off x="548640" y="2322576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100" dirty="0"/>
          </a:p>
        </p:txBody>
      </p:sp>
      <p:sp>
        <p:nvSpPr>
          <p:cNvPr id="32" name="編號"/>
          <p:cNvSpPr/>
          <p:nvPr/>
        </p:nvSpPr>
        <p:spPr>
          <a:xfrm>
            <a:off x="923544" y="2322576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標籤"/>
          <p:cNvSpPr/>
          <p:nvPr/>
        </p:nvSpPr>
        <p:spPr>
          <a:xfrm>
            <a:off x="1325880" y="2331720"/>
            <a:ext cx="804591" cy="29260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100" dirty="0"/>
          </a:p>
        </p:txBody>
      </p:sp>
      <p:sp>
        <p:nvSpPr>
          <p:cNvPr id="34" name="編號"/>
          <p:cNvSpPr/>
          <p:nvPr/>
        </p:nvSpPr>
        <p:spPr>
          <a:xfrm>
            <a:off x="9669231" y="1865376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編號"/>
          <p:cNvSpPr/>
          <p:nvPr/>
        </p:nvSpPr>
        <p:spPr>
          <a:xfrm>
            <a:off x="10044135" y="1865376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標籤"/>
          <p:cNvSpPr/>
          <p:nvPr/>
        </p:nvSpPr>
        <p:spPr>
          <a:xfrm>
            <a:off x="10446471" y="1874520"/>
            <a:ext cx="804591" cy="292608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100" dirty="0"/>
          </a:p>
        </p:txBody>
      </p:sp>
      <p:sp>
        <p:nvSpPr>
          <p:cNvPr id="37" name="編號"/>
          <p:cNvSpPr/>
          <p:nvPr/>
        </p:nvSpPr>
        <p:spPr>
          <a:xfrm>
            <a:off x="9669231" y="2322576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編號"/>
          <p:cNvSpPr/>
          <p:nvPr/>
        </p:nvSpPr>
        <p:spPr>
          <a:xfrm>
            <a:off x="10044135" y="2322576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100" dirty="0"/>
          </a:p>
        </p:txBody>
      </p:sp>
      <p:sp>
        <p:nvSpPr>
          <p:cNvPr id="39" name="標籤"/>
          <p:cNvSpPr/>
          <p:nvPr/>
        </p:nvSpPr>
        <p:spPr>
          <a:xfrm>
            <a:off x="10446471" y="2331720"/>
            <a:ext cx="804591" cy="292608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100" dirty="0"/>
          </a:p>
        </p:txBody>
      </p:sp>
      <p:sp>
        <p:nvSpPr>
          <p:cNvPr id="40" name="卡片"/>
          <p:cNvSpPr/>
          <p:nvPr/>
        </p:nvSpPr>
        <p:spPr>
          <a:xfrm>
            <a:off x="548640" y="5074920"/>
            <a:ext cx="11094415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400" dirty="0"/>
          </a:p>
        </p:txBody>
      </p:sp>
      <p:sp>
        <p:nvSpPr>
          <p:cNvPr id="42" name="編號"/>
          <p:cNvSpPr/>
          <p:nvPr/>
        </p:nvSpPr>
        <p:spPr>
          <a:xfrm>
            <a:off x="1144527" y="5815584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100" dirty="0"/>
          </a:p>
        </p:txBody>
      </p:sp>
      <p:sp>
        <p:nvSpPr>
          <p:cNvPr id="43" name="編號"/>
          <p:cNvSpPr/>
          <p:nvPr/>
        </p:nvSpPr>
        <p:spPr>
          <a:xfrm>
            <a:off x="1519431" y="5815584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標籤"/>
          <p:cNvSpPr/>
          <p:nvPr/>
        </p:nvSpPr>
        <p:spPr>
          <a:xfrm>
            <a:off x="1921767" y="5824728"/>
            <a:ext cx="804591" cy="29260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100" dirty="0"/>
          </a:p>
        </p:txBody>
      </p:sp>
      <p:sp>
        <p:nvSpPr>
          <p:cNvPr id="45" name="編號"/>
          <p:cNvSpPr/>
          <p:nvPr/>
        </p:nvSpPr>
        <p:spPr>
          <a:xfrm>
            <a:off x="3918130" y="5815584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6" name="編號"/>
          <p:cNvSpPr/>
          <p:nvPr/>
        </p:nvSpPr>
        <p:spPr>
          <a:xfrm>
            <a:off x="4293034" y="5815584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7" name="標籤"/>
          <p:cNvSpPr/>
          <p:nvPr/>
        </p:nvSpPr>
        <p:spPr>
          <a:xfrm>
            <a:off x="4695370" y="5824728"/>
            <a:ext cx="804591" cy="292608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100" dirty="0"/>
          </a:p>
        </p:txBody>
      </p:sp>
      <p:sp>
        <p:nvSpPr>
          <p:cNvPr id="48" name="編號"/>
          <p:cNvSpPr/>
          <p:nvPr/>
        </p:nvSpPr>
        <p:spPr>
          <a:xfrm>
            <a:off x="6879186" y="5815584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9" name="標籤"/>
          <p:cNvSpPr/>
          <p:nvPr/>
        </p:nvSpPr>
        <p:spPr>
          <a:xfrm>
            <a:off x="7281522" y="5824728"/>
            <a:ext cx="804591" cy="292608"/>
          </a:xfrm>
          <a:prstGeom prst="rect">
            <a:avLst/>
          </a:prstGeom>
          <a:solidFill>
            <a:srgbClr val="40404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100" dirty="0"/>
          </a:p>
        </p:txBody>
      </p:sp>
      <p:sp>
        <p:nvSpPr>
          <p:cNvPr id="50" name="編號"/>
          <p:cNvSpPr/>
          <p:nvPr/>
        </p:nvSpPr>
        <p:spPr>
          <a:xfrm>
            <a:off x="9465338" y="5815584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51" name="編號"/>
          <p:cNvSpPr/>
          <p:nvPr/>
        </p:nvSpPr>
        <p:spPr>
          <a:xfrm>
            <a:off x="9840242" y="5815584"/>
            <a:ext cx="310896" cy="310896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  <p:sp>
        <p:nvSpPr>
          <p:cNvPr id="52" name="標籤"/>
          <p:cNvSpPr/>
          <p:nvPr/>
        </p:nvSpPr>
        <p:spPr>
          <a:xfrm>
            <a:off x="10242578" y="5824728"/>
            <a:ext cx="804591" cy="292608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" cy="932688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標題"/>
          <p:cNvSpPr/>
          <p:nvPr/>
        </p:nvSpPr>
        <p:spPr>
          <a:xfrm>
            <a:off x="786384" y="3657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1005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B9BD5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從個人特質到可遷移能力的三階段路徑</a:t>
            </a:r>
            <a:endParaRPr lang="en-US" sz="1600" dirty="0"/>
          </a:p>
        </p:txBody>
      </p:sp>
      <p:sp>
        <p:nvSpPr>
          <p:cNvPr id="6" name="漸隱箭頭"/>
          <p:cNvSpPr/>
          <p:nvPr/>
        </p:nvSpPr>
        <p:spPr>
          <a:xfrm>
            <a:off x="5737860" y="2331720"/>
            <a:ext cx="356616" cy="3361700"/>
          </a:xfrm>
          <a:prstGeom prst="rect">
            <a:avLst/>
          </a:prstGeom>
          <a:solidFill>
            <a:srgbClr val="5B9BD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5737860" y="2890479"/>
            <a:ext cx="356616" cy="2802941"/>
          </a:xfrm>
          <a:prstGeom prst="rect">
            <a:avLst/>
          </a:prstGeom>
          <a:solidFill>
            <a:srgbClr val="5B9BD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5737860" y="3449239"/>
            <a:ext cx="356616" cy="2244181"/>
          </a:xfrm>
          <a:prstGeom prst="rect">
            <a:avLst/>
          </a:prstGeom>
          <a:solidFill>
            <a:srgbClr val="5B9BD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5737860" y="4007998"/>
            <a:ext cx="356616" cy="1685422"/>
          </a:xfrm>
          <a:prstGeom prst="rect">
            <a:avLst/>
          </a:prstGeom>
          <a:solidFill>
            <a:srgbClr val="5B9BD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5737860" y="4566757"/>
            <a:ext cx="356616" cy="1126663"/>
          </a:xfrm>
          <a:prstGeom prst="rect">
            <a:avLst/>
          </a:prstGeom>
          <a:solidFill>
            <a:srgbClr val="5B9BD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5737860" y="5125517"/>
            <a:ext cx="356616" cy="567903"/>
          </a:xfrm>
          <a:prstGeom prst="rect">
            <a:avLst/>
          </a:prstGeom>
          <a:solidFill>
            <a:srgbClr val="5B9BD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5559552" y="5684276"/>
            <a:ext cx="713232" cy="442204"/>
          </a:xfrm>
          <a:custGeom>
            <a:avLst/>
            <a:gdLst/>
            <a:ahLst/>
            <a:cxnLst/>
            <a:rect l="l" t="t" r="r" b="b"/>
            <a:pathLst>
              <a:path w="713232" h="442204">
                <a:moveTo>
                  <a:pt x="0" y="0"/>
                </a:moveTo>
                <a:lnTo>
                  <a:pt x="713232" y="0"/>
                </a:lnTo>
                <a:lnTo>
                  <a:pt x="356616" y="442204"/>
                </a:lnTo>
                <a:close/>
              </a:path>
            </a:pathLst>
          </a:custGeom>
          <a:solidFill>
            <a:srgbClr val="5B9BD5">
              <a:alpha val="5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82512" y="57607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9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200" dirty="0"/>
          </a:p>
        </p:txBody>
      </p:sp>
      <p:sp>
        <p:nvSpPr>
          <p:cNvPr id="14" name="處理"/>
          <p:cNvSpPr/>
          <p:nvPr/>
        </p:nvSpPr>
        <p:spPr>
          <a:xfrm>
            <a:off x="548640" y="3794760"/>
            <a:ext cx="8686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4165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050" dirty="0"/>
          </a:p>
        </p:txBody>
      </p:sp>
      <p:sp>
        <p:nvSpPr>
          <p:cNvPr id="16" name="處理"/>
          <p:cNvSpPr/>
          <p:nvPr/>
        </p:nvSpPr>
        <p:spPr>
          <a:xfrm>
            <a:off x="1874520" y="2999232"/>
            <a:ext cx="91440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400" dirty="0"/>
          </a:p>
        </p:txBody>
      </p:sp>
      <p:sp>
        <p:nvSpPr>
          <p:cNvPr id="17" name="處理"/>
          <p:cNvSpPr/>
          <p:nvPr/>
        </p:nvSpPr>
        <p:spPr>
          <a:xfrm>
            <a:off x="1874520" y="4645152"/>
            <a:ext cx="914400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7070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2743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51755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050" dirty="0"/>
          </a:p>
        </p:txBody>
      </p:sp>
      <p:sp>
        <p:nvSpPr>
          <p:cNvPr id="20" name="處理"/>
          <p:cNvSpPr/>
          <p:nvPr/>
        </p:nvSpPr>
        <p:spPr>
          <a:xfrm>
            <a:off x="3246120" y="3794760"/>
            <a:ext cx="868680" cy="548640"/>
          </a:xfrm>
          <a:prstGeom prst="roundRect">
            <a:avLst>
              <a:gd name="adj" fmla="val 5000"/>
            </a:avLst>
          </a:prstGeom>
          <a:solidFill>
            <a:srgbClr val="404040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154680" y="44165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050" dirty="0"/>
          </a:p>
        </p:txBody>
      </p:sp>
      <p:sp>
        <p:nvSpPr>
          <p:cNvPr id="22" name="連接線"/>
          <p:cNvSpPr/>
          <p:nvPr/>
        </p:nvSpPr>
        <p:spPr>
          <a:xfrm>
            <a:off x="14721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4721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8437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28437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4169664" y="274320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1325880"/>
                </a:moveTo>
                <a:lnTo>
                  <a:pt x="288036" y="1325880"/>
                </a:lnTo>
                <a:lnTo>
                  <a:pt x="288036" y="0"/>
                </a:lnTo>
                <a:lnTo>
                  <a:pt x="576072" y="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4169664" y="4069080"/>
            <a:ext cx="57607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 w="lg" len="lg"/>
          </a:ln>
        </p:spPr>
      </p:sp>
      <p:sp>
        <p:nvSpPr>
          <p:cNvPr id="28" name="連接線"/>
          <p:cNvSpPr/>
          <p:nvPr/>
        </p:nvSpPr>
        <p:spPr>
          <a:xfrm>
            <a:off x="4169664" y="406908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0"/>
                </a:moveTo>
                <a:lnTo>
                  <a:pt x="288036" y="0"/>
                </a:lnTo>
                <a:lnTo>
                  <a:pt x="288036" y="1325880"/>
                </a:lnTo>
                <a:lnTo>
                  <a:pt x="576072" y="132588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4800600" y="2414016"/>
            <a:ext cx="18288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0600" y="241401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600" dirty="0"/>
          </a:p>
        </p:txBody>
      </p:sp>
      <p:sp>
        <p:nvSpPr>
          <p:cNvPr id="31" name="標籤"/>
          <p:cNvSpPr/>
          <p:nvPr/>
        </p:nvSpPr>
        <p:spPr>
          <a:xfrm>
            <a:off x="6000496" y="2286000"/>
            <a:ext cx="491744" cy="256032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000" dirty="0"/>
          </a:p>
        </p:txBody>
      </p:sp>
      <p:sp>
        <p:nvSpPr>
          <p:cNvPr id="32" name="標籤"/>
          <p:cNvSpPr/>
          <p:nvPr/>
        </p:nvSpPr>
        <p:spPr>
          <a:xfrm>
            <a:off x="4937760" y="2944368"/>
            <a:ext cx="618744" cy="256032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000" dirty="0"/>
          </a:p>
        </p:txBody>
      </p:sp>
      <p:sp>
        <p:nvSpPr>
          <p:cNvPr id="33" name="卡片"/>
          <p:cNvSpPr/>
          <p:nvPr/>
        </p:nvSpPr>
        <p:spPr>
          <a:xfrm>
            <a:off x="4800600" y="3739896"/>
            <a:ext cx="18288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00600" y="37398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600" dirty="0"/>
          </a:p>
        </p:txBody>
      </p:sp>
      <p:sp>
        <p:nvSpPr>
          <p:cNvPr id="35" name="標籤"/>
          <p:cNvSpPr/>
          <p:nvPr/>
        </p:nvSpPr>
        <p:spPr>
          <a:xfrm>
            <a:off x="6000496" y="3611880"/>
            <a:ext cx="491744" cy="256032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000" dirty="0"/>
          </a:p>
        </p:txBody>
      </p:sp>
      <p:sp>
        <p:nvSpPr>
          <p:cNvPr id="36" name="標籤"/>
          <p:cNvSpPr/>
          <p:nvPr/>
        </p:nvSpPr>
        <p:spPr>
          <a:xfrm>
            <a:off x="4937760" y="4270248"/>
            <a:ext cx="618744" cy="256032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000" dirty="0"/>
          </a:p>
        </p:txBody>
      </p:sp>
      <p:sp>
        <p:nvSpPr>
          <p:cNvPr id="37" name="卡片"/>
          <p:cNvSpPr/>
          <p:nvPr/>
        </p:nvSpPr>
        <p:spPr>
          <a:xfrm>
            <a:off x="4800600" y="5065776"/>
            <a:ext cx="18288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00600" y="506577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600" dirty="0"/>
          </a:p>
        </p:txBody>
      </p:sp>
      <p:sp>
        <p:nvSpPr>
          <p:cNvPr id="39" name="標籤"/>
          <p:cNvSpPr/>
          <p:nvPr/>
        </p:nvSpPr>
        <p:spPr>
          <a:xfrm>
            <a:off x="6000496" y="4937760"/>
            <a:ext cx="491744" cy="256032"/>
          </a:xfrm>
          <a:prstGeom prst="rect">
            <a:avLst/>
          </a:prstGeom>
          <a:solidFill>
            <a:srgbClr val="5B9BD5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000" dirty="0"/>
          </a:p>
        </p:txBody>
      </p:sp>
      <p:sp>
        <p:nvSpPr>
          <p:cNvPr id="40" name="標籤"/>
          <p:cNvSpPr/>
          <p:nvPr/>
        </p:nvSpPr>
        <p:spPr>
          <a:xfrm>
            <a:off x="4937760" y="5596128"/>
            <a:ext cx="618744" cy="256032"/>
          </a:xfrm>
          <a:prstGeom prst="rect">
            <a:avLst/>
          </a:prstGeom>
          <a:solidFill>
            <a:srgbClr val="DBDBD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000" dirty="0"/>
          </a:p>
        </p:txBody>
      </p:sp>
      <p:sp>
        <p:nvSpPr>
          <p:cNvPr id="41" name="寬欄條"/>
          <p:cNvSpPr/>
          <p:nvPr/>
        </p:nvSpPr>
        <p:spPr>
          <a:xfrm>
            <a:off x="7086600" y="2057400"/>
            <a:ext cx="548640" cy="388620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7818120" y="2057400"/>
            <a:ext cx="548640" cy="388620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76656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100" dirty="0"/>
          </a:p>
        </p:txBody>
      </p:sp>
      <p:sp>
        <p:nvSpPr>
          <p:cNvPr id="44" name="編號"/>
          <p:cNvSpPr/>
          <p:nvPr/>
        </p:nvSpPr>
        <p:spPr>
          <a:xfrm>
            <a:off x="7141464" y="2523744"/>
            <a:ext cx="438912" cy="438912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400" dirty="0"/>
          </a:p>
        </p:txBody>
      </p:sp>
      <p:sp>
        <p:nvSpPr>
          <p:cNvPr id="45" name="編號"/>
          <p:cNvSpPr/>
          <p:nvPr/>
        </p:nvSpPr>
        <p:spPr>
          <a:xfrm>
            <a:off x="7872984" y="2523744"/>
            <a:ext cx="438912" cy="438912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400" dirty="0"/>
          </a:p>
        </p:txBody>
      </p:sp>
      <p:sp>
        <p:nvSpPr>
          <p:cNvPr id="46" name="線條"/>
          <p:cNvSpPr/>
          <p:nvPr/>
        </p:nvSpPr>
        <p:spPr>
          <a:xfrm>
            <a:off x="6702552" y="274320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7" name="編號"/>
          <p:cNvSpPr/>
          <p:nvPr/>
        </p:nvSpPr>
        <p:spPr>
          <a:xfrm>
            <a:off x="7141464" y="3849624"/>
            <a:ext cx="438912" cy="438912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400" dirty="0"/>
          </a:p>
        </p:txBody>
      </p:sp>
      <p:sp>
        <p:nvSpPr>
          <p:cNvPr id="48" name="編號"/>
          <p:cNvSpPr/>
          <p:nvPr/>
        </p:nvSpPr>
        <p:spPr>
          <a:xfrm>
            <a:off x="7872984" y="3849624"/>
            <a:ext cx="438912" cy="438912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400" dirty="0"/>
          </a:p>
        </p:txBody>
      </p:sp>
      <p:sp>
        <p:nvSpPr>
          <p:cNvPr id="49" name="線條"/>
          <p:cNvSpPr/>
          <p:nvPr/>
        </p:nvSpPr>
        <p:spPr>
          <a:xfrm>
            <a:off x="6702552" y="406908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0" name="編號"/>
          <p:cNvSpPr/>
          <p:nvPr/>
        </p:nvSpPr>
        <p:spPr>
          <a:xfrm>
            <a:off x="7141464" y="5175504"/>
            <a:ext cx="438912" cy="438912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400" dirty="0"/>
          </a:p>
        </p:txBody>
      </p:sp>
      <p:sp>
        <p:nvSpPr>
          <p:cNvPr id="51" name="編號"/>
          <p:cNvSpPr/>
          <p:nvPr/>
        </p:nvSpPr>
        <p:spPr>
          <a:xfrm>
            <a:off x="7872984" y="5175504"/>
            <a:ext cx="438912" cy="438912"/>
          </a:xfrm>
          <a:prstGeom prst="ellipse">
            <a:avLst/>
          </a:prstGeom>
          <a:solidFill>
            <a:srgbClr val="404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400" dirty="0"/>
          </a:p>
        </p:txBody>
      </p:sp>
      <p:sp>
        <p:nvSpPr>
          <p:cNvPr id="52" name="線條"/>
          <p:cNvSpPr/>
          <p:nvPr/>
        </p:nvSpPr>
        <p:spPr>
          <a:xfrm>
            <a:off x="6702552" y="539496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3" name="線條"/>
          <p:cNvSpPr/>
          <p:nvPr/>
        </p:nvSpPr>
        <p:spPr>
          <a:xfrm>
            <a:off x="8366760" y="2743200"/>
            <a:ext cx="2286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54" name="連接線"/>
          <p:cNvSpPr/>
          <p:nvPr/>
        </p:nvSpPr>
        <p:spPr>
          <a:xfrm>
            <a:off x="8595360" y="245059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8915400" y="2313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100" dirty="0"/>
          </a:p>
        </p:txBody>
      </p:sp>
      <p:sp>
        <p:nvSpPr>
          <p:cNvPr id="56" name="連接線"/>
          <p:cNvSpPr/>
          <p:nvPr/>
        </p:nvSpPr>
        <p:spPr>
          <a:xfrm>
            <a:off x="8595360" y="274320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915400" y="2898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100" dirty="0"/>
          </a:p>
        </p:txBody>
      </p:sp>
      <p:sp>
        <p:nvSpPr>
          <p:cNvPr id="58" name="線條"/>
          <p:cNvSpPr/>
          <p:nvPr/>
        </p:nvSpPr>
        <p:spPr>
          <a:xfrm>
            <a:off x="8366760" y="4069080"/>
            <a:ext cx="2286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8595360" y="377647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91540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100" dirty="0"/>
          </a:p>
        </p:txBody>
      </p:sp>
      <p:sp>
        <p:nvSpPr>
          <p:cNvPr id="61" name="連接線"/>
          <p:cNvSpPr/>
          <p:nvPr/>
        </p:nvSpPr>
        <p:spPr>
          <a:xfrm>
            <a:off x="8595360" y="406908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8915400" y="4224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100" dirty="0"/>
          </a:p>
        </p:txBody>
      </p:sp>
      <p:sp>
        <p:nvSpPr>
          <p:cNvPr id="63" name="線條"/>
          <p:cNvSpPr/>
          <p:nvPr/>
        </p:nvSpPr>
        <p:spPr>
          <a:xfrm>
            <a:off x="8366760" y="5394960"/>
            <a:ext cx="22860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4" name="連接線"/>
          <p:cNvSpPr/>
          <p:nvPr/>
        </p:nvSpPr>
        <p:spPr>
          <a:xfrm>
            <a:off x="8595360" y="510235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915400" y="4965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100" dirty="0"/>
          </a:p>
        </p:txBody>
      </p:sp>
      <p:sp>
        <p:nvSpPr>
          <p:cNvPr id="66" name="連接線"/>
          <p:cNvSpPr/>
          <p:nvPr/>
        </p:nvSpPr>
        <p:spPr>
          <a:xfrm>
            <a:off x="8595360" y="539496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ln w="12700">
            <a:solidFill>
              <a:srgbClr val="595959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915400" y="5550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100" dirty="0"/>
          </a:p>
        </p:txBody>
      </p:sp>
      <p:sp>
        <p:nvSpPr>
          <p:cNvPr id="68" name="漸隱直條"/>
          <p:cNvSpPr/>
          <p:nvPr/>
        </p:nvSpPr>
        <p:spPr>
          <a:xfrm>
            <a:off x="11333988" y="2248510"/>
            <a:ext cx="173736" cy="3513125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11333988" y="2540508"/>
            <a:ext cx="173736" cy="2929128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11333988" y="2832506"/>
            <a:ext cx="173736" cy="2345131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1333988" y="3124505"/>
            <a:ext cx="173736" cy="1761134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11333988" y="3416503"/>
            <a:ext cx="173736" cy="1177138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11333988" y="3708502"/>
            <a:ext cx="173736" cy="593141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1247120" y="205740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191110"/>
                </a:moveTo>
                <a:lnTo>
                  <a:pt x="173736" y="0"/>
                </a:lnTo>
                <a:lnTo>
                  <a:pt x="347472" y="191110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11247120" y="575249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0"/>
                </a:moveTo>
                <a:lnTo>
                  <a:pt x="347472" y="0"/>
                </a:lnTo>
                <a:lnTo>
                  <a:pt x="173736" y="191110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0378440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0378440" y="5989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9BD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48640" y="6309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冰山能力圖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271455" y="6309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冰山能力圖</dc:title>
  <dc:subject>PptxGenJS Presentation</dc:subject>
  <dc:creator>PPT Style Studio</dc:creator>
  <cp:lastModifiedBy>PPT Style Studio</cp:lastModifiedBy>
  <cp:revision>1</cp:revision>
  <dcterms:created xsi:type="dcterms:W3CDTF">2026-10-09T02:18:01Z</dcterms:created>
  <dcterms:modified xsi:type="dcterms:W3CDTF">2026-10-09T02:18:01Z</dcterms:modified>
</cp:coreProperties>
</file>