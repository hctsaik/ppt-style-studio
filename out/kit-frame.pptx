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2F2F2"/>
            </a:solidFill>
            <a:ln/>
            <a:effectLst>
              <a:outerShdw blurRad="203200" dist="25400" dir="5400000" sx="102000" sy="102000" algn="ctr" rotWithShape="0">
                <a:srgbClr val="000000">
                  <a:alpha val="32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66714" y="5106375"/>
            <a:ext cx="1156716" cy="211409"/>
            <a:chOff x="6166714" y="5106375"/>
            <a:chExt cx="1156716" cy="211409"/>
          </a:xfrm>
        </p:grpSpPr>
        <p:sp>
          <p:nvSpPr>
            <p:cNvPr id="95" name="編號"/>
            <p:cNvSpPr/>
            <p:nvPr/>
          </p:nvSpPr>
          <p:spPr>
            <a:xfrm>
              <a:off x="6166714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50762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8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34810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8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0" name="Text 1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314895"/>
            <a:ext cx="2622728" cy="739201"/>
            <a:chOff x="548640" y="2314895"/>
            <a:chExt cx="2622728" cy="739201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38378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700" dirty="0"/>
            </a:p>
          </p:txBody>
        </p:sp>
        <p:sp>
          <p:nvSpPr>
            <p:cNvPr id="10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11414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700" dirty="0"/>
            </a:p>
          </p:txBody>
        </p:sp>
        <p:sp>
          <p:nvSpPr>
            <p:cNvPr id="13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5" name="編號"/>
            <p:cNvSpPr/>
            <p:nvPr/>
          </p:nvSpPr>
          <p:spPr>
            <a:xfrm>
              <a:off x="2684450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700" dirty="0"/>
            </a:p>
          </p:txBody>
        </p:sp>
      </p:grpSp>
      <p:sp>
        <p:nvSpPr>
          <p:cNvPr id="16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20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2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5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9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0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1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2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3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4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8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9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40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1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2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43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4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5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8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55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57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9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65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66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67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68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69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70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</p:grpSp>
      <p:sp>
        <p:nvSpPr>
          <p:cNvPr id="71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2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73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5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7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8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79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1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/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000" dirty="0"/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000" dirty="0"/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000" dirty="0"/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0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1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00" dirty="0"/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00" dirty="0"/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00" dirty="0"/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2026-10-09T02:10:51Z</dcterms:created>
  <dcterms:modified xsi:type="dcterms:W3CDTF">2026-10-09T02:10:51Z</dcterms:modified>
</cp:coreProperties>
</file>