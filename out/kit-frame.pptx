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3E8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2F2F2"/>
          </a:solidFill>
          <a:ln/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2F2F2"/>
            </a:solidFill>
            <a:ln/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166714" y="5106375"/>
            <a:ext cx="1156716" cy="211409"/>
            <a:chOff x="6166714" y="5106375"/>
            <a:chExt cx="1156716" cy="211409"/>
          </a:xfrm>
        </p:grpSpPr>
        <p:sp>
          <p:nvSpPr>
            <p:cNvPr id="95" name="編號"/>
            <p:cNvSpPr/>
            <p:nvPr/>
          </p:nvSpPr>
          <p:spPr>
            <a:xfrm>
              <a:off x="6166714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8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550762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8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934810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8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0" name="Text 1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 Common Patterns》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314895"/>
            <a:ext cx="2622728" cy="739201"/>
            <a:chOff x="548640" y="2314895"/>
            <a:chExt cx="2622728" cy="739201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738378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700" dirty="0"/>
            </a:p>
          </p:txBody>
        </p:sp>
        <p:sp>
          <p:nvSpPr>
            <p:cNvPr id="10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11414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700" dirty="0"/>
            </a:p>
          </p:txBody>
        </p:sp>
        <p:sp>
          <p:nvSpPr>
            <p:cNvPr id="13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14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5" name="編號"/>
            <p:cNvSpPr/>
            <p:nvPr/>
          </p:nvSpPr>
          <p:spPr>
            <a:xfrm>
              <a:off x="2684450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700" dirty="0"/>
            </a:p>
          </p:txBody>
        </p:sp>
      </p:grpSp>
      <p:sp>
        <p:nvSpPr>
          <p:cNvPr id="16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9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20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2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5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7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9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0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1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2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3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4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C0504D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6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8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39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40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1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2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43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4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5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6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8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0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4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55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57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9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3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65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66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67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68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69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70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</p:grpSp>
      <p:sp>
        <p:nvSpPr>
          <p:cNvPr id="71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2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73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4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75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76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77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78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79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1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/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8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86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8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1000" dirty="0"/>
          </a:p>
        </p:txBody>
      </p:sp>
      <p:sp>
        <p:nvSpPr>
          <p:cNvPr id="40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46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8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1000" dirty="0"/>
          </a:p>
        </p:txBody>
      </p:sp>
      <p:sp>
        <p:nvSpPr>
          <p:cNvPr id="52" name="編號"/>
          <p:cNvSpPr/>
          <p:nvPr/>
        </p:nvSpPr>
        <p:spPr>
          <a:xfrm>
            <a:off x="7077456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53" name="編號"/>
          <p:cNvSpPr/>
          <p:nvPr/>
        </p:nvSpPr>
        <p:spPr>
          <a:xfrm>
            <a:off x="7644384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54" name="編號"/>
          <p:cNvSpPr/>
          <p:nvPr/>
        </p:nvSpPr>
        <p:spPr>
          <a:xfrm>
            <a:off x="8211312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6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0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2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1000" dirty="0"/>
          </a:p>
        </p:txBody>
      </p:sp>
      <p:sp>
        <p:nvSpPr>
          <p:cNvPr id="6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2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3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5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2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3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4351630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編號"/>
          <p:cNvSpPr/>
          <p:nvPr/>
        </p:nvSpPr>
        <p:spPr>
          <a:xfrm>
            <a:off x="4918558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編號"/>
          <p:cNvSpPr/>
          <p:nvPr/>
        </p:nvSpPr>
        <p:spPr>
          <a:xfrm>
            <a:off x="5485486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編號"/>
          <p:cNvSpPr/>
          <p:nvPr/>
        </p:nvSpPr>
        <p:spPr>
          <a:xfrm>
            <a:off x="6052414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編號"/>
          <p:cNvSpPr/>
          <p:nvPr/>
        </p:nvSpPr>
        <p:spPr>
          <a:xfrm>
            <a:off x="4385920" y="4569805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4385920" y="5136733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385920" y="5703661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Text 19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5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9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1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4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9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0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1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E3E8EF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E3E8EF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9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017041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00" dirty="0"/>
          </a:p>
        </p:txBody>
      </p:sp>
      <p:sp>
        <p:nvSpPr>
          <p:cNvPr id="43" name="編號"/>
          <p:cNvSpPr/>
          <p:nvPr/>
        </p:nvSpPr>
        <p:spPr>
          <a:xfrm>
            <a:off x="1094765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17041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00" dirty="0"/>
          </a:p>
        </p:txBody>
      </p:sp>
      <p:sp>
        <p:nvSpPr>
          <p:cNvPr id="46" name="編號"/>
          <p:cNvSpPr/>
          <p:nvPr/>
        </p:nvSpPr>
        <p:spPr>
          <a:xfrm>
            <a:off x="1094765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17041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00" dirty="0"/>
          </a:p>
        </p:txBody>
      </p:sp>
      <p:sp>
        <p:nvSpPr>
          <p:cNvPr id="49" name="編號"/>
          <p:cNvSpPr/>
          <p:nvPr/>
        </p:nvSpPr>
        <p:spPr>
          <a:xfrm>
            <a:off x="1094765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55498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1021842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50876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55498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1021842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50876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76089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10142433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2935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76089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10142433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1062935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059945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526289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201320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833548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4299892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478681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40324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732724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380756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9847100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1033401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08660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781812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08660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781812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08660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781812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2026-10-09T02:18:01Z</dcterms:created>
  <dcterms:modified xsi:type="dcterms:W3CDTF">2026-10-09T02:18:01Z</dcterms:modified>
</cp:coreProperties>
</file>