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5" name="判斷菱形"/>
          <p:cNvSpPr/>
          <p:nvPr/>
        </p:nvSpPr>
        <p:spPr>
          <a:xfrm>
            <a:off x="10330695" y="231343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線條"/>
          <p:cNvSpPr/>
          <p:nvPr/>
        </p:nvSpPr>
        <p:spPr>
          <a:xfrm>
            <a:off x="10897623" y="2551176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7" name="標註"/>
          <p:cNvSpPr/>
          <p:nvPr/>
        </p:nvSpPr>
        <p:spPr>
          <a:xfrm>
            <a:off x="10915911" y="23682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3" name="三角分隔"/>
          <p:cNvSpPr/>
          <p:nvPr/>
        </p:nvSpPr>
        <p:spPr>
          <a:xfrm>
            <a:off x="9214735" y="373075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V 形分隔"/>
          <p:cNvSpPr/>
          <p:nvPr/>
        </p:nvSpPr>
        <p:spPr>
          <a:xfrm>
            <a:off x="9708511" y="3703320"/>
            <a:ext cx="146304" cy="256032"/>
          </a:xfrm>
          <a:prstGeom prst="chevron">
            <a:avLst>
              <a:gd name="adj" fmla="val 62500"/>
            </a:avLst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6" name="警告三角"/>
          <p:cNvSpPr/>
          <p:nvPr/>
        </p:nvSpPr>
        <p:spPr>
          <a:xfrm>
            <a:off x="6507050" y="426622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C0504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驚嘆號"/>
          <p:cNvSpPr/>
          <p:nvPr/>
        </p:nvSpPr>
        <p:spPr>
          <a:xfrm>
            <a:off x="6507050" y="438933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1" name="流程方塊"/>
          <p:cNvSpPr/>
          <p:nvPr/>
        </p:nvSpPr>
        <p:spPr>
          <a:xfrm>
            <a:off x="8995279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2" name="提示紅點"/>
          <p:cNvSpPr/>
          <p:nvPr/>
        </p:nvSpPr>
        <p:spPr>
          <a:xfrm>
            <a:off x="9996547" y="4210812"/>
            <a:ext cx="155448" cy="155448"/>
          </a:xfrm>
          <a:prstGeom prst="ellipse">
            <a:avLst/>
          </a:prstGeom>
          <a:solidFill>
            <a:srgbClr val="C0504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0" name="外圈細環"/>
          <p:cNvSpPr/>
          <p:nvPr/>
        </p:nvSpPr>
        <p:spPr>
          <a:xfrm>
            <a:off x="3607896" y="487375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光暈大圓"/>
          <p:cNvSpPr/>
          <p:nvPr/>
        </p:nvSpPr>
        <p:spPr>
          <a:xfrm>
            <a:off x="3662760" y="4928616"/>
            <a:ext cx="566928" cy="566928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5" name="編號"/>
          <p:cNvSpPr/>
          <p:nvPr/>
        </p:nvSpPr>
        <p:spPr>
          <a:xfrm>
            <a:off x="6166714" y="5106375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96" name="編號"/>
          <p:cNvSpPr/>
          <p:nvPr/>
        </p:nvSpPr>
        <p:spPr>
          <a:xfrm>
            <a:off x="6550762" y="5106375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97" name="編號"/>
          <p:cNvSpPr/>
          <p:nvPr/>
        </p:nvSpPr>
        <p:spPr>
          <a:xfrm>
            <a:off x="6934810" y="5106375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8990199" y="5074920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2" name="標籤"/>
          <p:cNvSpPr/>
          <p:nvPr/>
        </p:nvSpPr>
        <p:spPr>
          <a:xfrm>
            <a:off x="9580495" y="5074920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4" name="圓點"/>
          <p:cNvSpPr/>
          <p:nvPr/>
        </p:nvSpPr>
        <p:spPr>
          <a:xfrm>
            <a:off x="10600443" y="5143500"/>
            <a:ext cx="137160" cy="137160"/>
          </a:xfrm>
          <a:prstGeom prst="ellipse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圓點"/>
          <p:cNvSpPr/>
          <p:nvPr/>
        </p:nvSpPr>
        <p:spPr>
          <a:xfrm>
            <a:off x="10874763" y="5143500"/>
            <a:ext cx="137160" cy="137160"/>
          </a:xfrm>
          <a:prstGeom prst="ellipse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圓點"/>
          <p:cNvSpPr/>
          <p:nvPr/>
        </p:nvSpPr>
        <p:spPr>
          <a:xfrm>
            <a:off x="11149083" y="514350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0" name="群組框"/>
          <p:cNvSpPr/>
          <p:nvPr/>
        </p:nvSpPr>
        <p:spPr>
          <a:xfrm>
            <a:off x="1998160" y="5806440"/>
            <a:ext cx="1097280" cy="365760"/>
          </a:xfrm>
          <a:prstGeom prst="roundRect">
            <a:avLst>
              <a:gd name="adj" fmla="val 25000"/>
            </a:avLst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群組名稱"/>
          <p:cNvSpPr/>
          <p:nvPr/>
        </p:nvSpPr>
        <p:spPr>
          <a:xfrm>
            <a:off x="2089600" y="5724144"/>
            <a:ext cx="566928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7595855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表頭"/>
          <p:cNvSpPr/>
          <p:nvPr/>
        </p:nvSpPr>
        <p:spPr>
          <a:xfrm>
            <a:off x="7595855" y="5751576"/>
            <a:ext cx="1097280" cy="146304"/>
          </a:xfrm>
          <a:custGeom>
            <a:avLst/>
            <a:gdLst/>
            <a:ahLst/>
            <a:cxnLst/>
            <a:rect l="l" t="t" r="r" b="b"/>
            <a:pathLst>
              <a:path w="1097280" h="146304">
                <a:moveTo>
                  <a:pt x="0" y="146304"/>
                </a:moveTo>
                <a:lnTo>
                  <a:pt x="0" y="91440"/>
                </a:lnTo>
                <a:arcTo hR="91440" wR="91440" stAng="10800000" swAng="5400000"/>
                <a:lnTo>
                  <a:pt x="1005840" y="0"/>
                </a:lnTo>
                <a:arcTo hR="91440" wR="91440" stAng="16200000" swAng="5400000"/>
                <a:lnTo>
                  <a:pt x="1097280" y="146304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8995279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側邊色條"/>
          <p:cNvSpPr/>
          <p:nvPr/>
        </p:nvSpPr>
        <p:spPr>
          <a:xfrm>
            <a:off x="8995279" y="5751576"/>
            <a:ext cx="54864" cy="420624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25" name="寬欄條"/>
          <p:cNvSpPr/>
          <p:nvPr/>
        </p:nvSpPr>
        <p:spPr>
          <a:xfrm>
            <a:off x="10577583" y="5751576"/>
            <a:ext cx="310896" cy="420624"/>
          </a:xfrm>
          <a:prstGeom prst="roundRect">
            <a:avLst>
              <a:gd name="adj" fmla="val 29412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寬欄條"/>
          <p:cNvSpPr/>
          <p:nvPr/>
        </p:nvSpPr>
        <p:spPr>
          <a:xfrm>
            <a:off x="10998207" y="5751576"/>
            <a:ext cx="310896" cy="420624"/>
          </a:xfrm>
          <a:prstGeom prst="roundRect">
            <a:avLst>
              <a:gd name="adj" fmla="val 29412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0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1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