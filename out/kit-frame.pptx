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《元件總表 Element Catalog》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3E8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4B6E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2F2F2"/>
          </a:solidFill>
          <a:ln/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2F2F2"/>
            </a:solidFill>
            <a:ln/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166714" y="5106375"/>
            <a:ext cx="1156716" cy="211409"/>
            <a:chOff x="6166714" y="5106375"/>
            <a:chExt cx="1156716" cy="211409"/>
          </a:xfrm>
        </p:grpSpPr>
        <p:sp>
          <p:nvSpPr>
            <p:cNvPr id="95" name="編號"/>
            <p:cNvSpPr/>
            <p:nvPr/>
          </p:nvSpPr>
          <p:spPr>
            <a:xfrm>
              <a:off x="6166714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8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550762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8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6934810" y="5106375"/>
              <a:ext cx="388620" cy="211409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8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0" name="Text 1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 Common Patterns》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314895"/>
            <a:ext cx="2622728" cy="739201"/>
            <a:chOff x="548640" y="2314895"/>
            <a:chExt cx="2622728" cy="739201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738378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70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711414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70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684450" y="2314895"/>
              <a:ext cx="297180" cy="161666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70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16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7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8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9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4" name="連接線"/>
            <p:cNvCxnSpPr>
              <a:stCxn id="30" idx="2"/>
              <a:endCxn id="29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5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6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8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39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0" name="連接線"/>
            <p:cNvCxnSpPr>
              <a:stCxn id="38" idx="3"/>
              <a:endCxn id="39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1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2" name="連接線"/>
            <p:cNvCxnSpPr>
              <a:stCxn id="39" idx="3"/>
              <a:endCxn id="41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3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4" name="連接線"/>
            <p:cNvCxnSpPr>
              <a:stCxn id="39" idx="0"/>
              <a:endCxn id="38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5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6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47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8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0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4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55" name="連接線"/>
            <p:cNvCxnSpPr>
              <a:stCxn id="52" idx="3"/>
              <a:endCxn id="53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56" name="連接線"/>
            <p:cNvCxnSpPr>
              <a:stCxn id="53" idx="3"/>
              <a:endCxn id="54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57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9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0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2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3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65" name="連接線"/>
            <p:cNvCxnSpPr>
              <a:stCxn id="59" idx="3"/>
              <a:endCxn id="60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7" name="連接線"/>
            <p:cNvCxnSpPr>
              <a:endCxn id="62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9" name="連接線"/>
            <p:cNvCxnSpPr>
              <a:stCxn id="62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70" name="連接線"/>
            <p:cNvCxnSpPr>
              <a:stCxn id="63" idx="3"/>
              <a:endCxn id="64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71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2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3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4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75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76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77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78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79" name="連接線"/>
            <p:cNvCxnSpPr>
              <a:stCxn id="73" idx="2"/>
              <a:endCxn id="75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80" name="連接線"/>
            <p:cNvCxnSpPr>
              <a:stCxn id="75" idx="3"/>
              <a:endCxn id="77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81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2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3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2F2F2"/>
            </a:solidFill>
            <a:ln/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85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86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2225">
              <a:solidFill>
                <a:srgbClr val="2F4B6E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8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0" name="Text 8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《常見組合（二）Common Patterns II》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548640" y="1737360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3" name="組合名稱"/>
          <p:cNvSpPr/>
          <p:nvPr/>
        </p:nvSpPr>
        <p:spPr>
          <a:xfrm>
            <a:off x="4350410" y="1737360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4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7" name="組合名稱"/>
          <p:cNvSpPr/>
          <p:nvPr/>
        </p:nvSpPr>
        <p:spPr>
          <a:xfrm>
            <a:off x="8152181" y="1737360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38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39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0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1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9804"/>
              </a:avLst>
            </a:prstGeom>
            <a:solidFill>
              <a:srgbClr val="2F4B6E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44" name="組合名稱"/>
          <p:cNvSpPr/>
          <p:nvPr/>
        </p:nvSpPr>
        <p:spPr>
          <a:xfrm>
            <a:off x="548640" y="4023360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5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6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49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0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5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2225">
              <a:solidFill>
                <a:srgbClr val="2F4B6E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91440"/>
                  </a:lnTo>
                  <a:arcTo hR="91440" wR="91440" stAng="10800000" swAng="5400000"/>
                  <a:lnTo>
                    <a:pt x="999033" y="0"/>
                  </a:lnTo>
                  <a:arcTo hR="91440" wR="9144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7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58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9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4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5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68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9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4" name="組合名稱"/>
          <p:cNvSpPr/>
          <p:nvPr/>
        </p:nvSpPr>
        <p:spPr>
          <a:xfrm>
            <a:off x="4350410" y="4023360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5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6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/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2F4B6E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79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0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1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/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/>
            <a:effectLst>
              <a:outerShdw blurRad="88900" dist="2540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1" name="組合名稱"/>
          <p:cNvSpPr/>
          <p:nvPr/>
        </p:nvSpPr>
        <p:spPr>
          <a:xfrm>
            <a:off x="8152181" y="4023360"/>
            <a:ext cx="34908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2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3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94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95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96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/>
            <a:effectLst>
              <a:outerShdw blurRad="53340" dist="19050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97" name="連接線"/>
            <p:cNvCxnSpPr>
              <a:stCxn id="93" idx="3"/>
              <a:endCxn id="94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8" name="連接線"/>
            <p:cNvCxnSpPr>
              <a:stCxn id="94" idx="2"/>
              <a:endCxn id="95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9" name="連接線"/>
            <p:cNvCxnSpPr>
              <a:stCxn id="95" idx="1"/>
              <a:endCxn id="96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00" name="連接線"/>
            <p:cNvCxnSpPr>
              <a:stCxn id="96" idx="0"/>
              <a:endCxn id="93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101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2" name="Text 9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3" name="Text 9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《風格規範》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色彩、字級與元件語言一覽：淺灰實心圓角卡＋陰影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#2F4B6E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#243A56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#E3E8EF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淺灰實心＋陰影</a:t>
            </a:r>
            <a:endParaRPr lang="en-US" sz="1000" dirty="0"/>
          </a:p>
        </p:txBody>
      </p:sp>
      <p:sp>
        <p:nvSpPr>
          <p:cNvPr id="40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91440"/>
                </a:lnTo>
                <a:arcTo hR="91440" wR="91440" stAng="10800000" swAng="5400000"/>
                <a:lnTo>
                  <a:pt x="1097280" y="0"/>
                </a:lnTo>
                <a:arcTo hR="91440" wR="9144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000" dirty="0"/>
          </a:p>
        </p:txBody>
      </p:sp>
      <p:sp>
        <p:nvSpPr>
          <p:cNvPr id="46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8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數字膠囊</a:t>
            </a:r>
            <a:endParaRPr lang="en-US" sz="1000" dirty="0"/>
          </a:p>
        </p:txBody>
      </p:sp>
      <p:sp>
        <p:nvSpPr>
          <p:cNvPr id="52" name="編號"/>
          <p:cNvSpPr/>
          <p:nvPr/>
        </p:nvSpPr>
        <p:spPr>
          <a:xfrm>
            <a:off x="7077456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53" name="編號"/>
          <p:cNvSpPr/>
          <p:nvPr/>
        </p:nvSpPr>
        <p:spPr>
          <a:xfrm>
            <a:off x="7644384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54" name="編號"/>
          <p:cNvSpPr/>
          <p:nvPr/>
        </p:nvSpPr>
        <p:spPr>
          <a:xfrm>
            <a:off x="8211312" y="3780130"/>
            <a:ext cx="457200" cy="248717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6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0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2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點線＋三角箭頭</a:t>
            </a:r>
            <a:endParaRPr lang="en-US" sz="1000" dirty="0"/>
          </a:p>
        </p:txBody>
      </p:sp>
      <p:sp>
        <p:nvSpPr>
          <p:cNvPr id="6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6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000" dirty="0"/>
          </a:p>
        </p:txBody>
      </p:sp>
      <p:sp>
        <p:nvSpPr>
          <p:cNvPr id="72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3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5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《卡片》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2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3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91440"/>
                </a:lnTo>
                <a:arcTo hR="91440" wR="91440" stAng="10800000" swAng="5400000"/>
                <a:lnTo>
                  <a:pt x="3319272" y="0"/>
                </a:lnTo>
                <a:arcTo hR="91440" wR="9144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《標籤與編號》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4B6E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4351630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000" dirty="0"/>
          </a:p>
        </p:txBody>
      </p:sp>
      <p:sp>
        <p:nvSpPr>
          <p:cNvPr id="25" name="編號"/>
          <p:cNvSpPr/>
          <p:nvPr/>
        </p:nvSpPr>
        <p:spPr>
          <a:xfrm>
            <a:off x="4918558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編號"/>
          <p:cNvSpPr/>
          <p:nvPr/>
        </p:nvSpPr>
        <p:spPr>
          <a:xfrm>
            <a:off x="5485486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編號"/>
          <p:cNvSpPr/>
          <p:nvPr/>
        </p:nvSpPr>
        <p:spPr>
          <a:xfrm>
            <a:off x="6052414" y="3737336"/>
            <a:ext cx="480060" cy="261153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編號"/>
          <p:cNvSpPr/>
          <p:nvPr/>
        </p:nvSpPr>
        <p:spPr>
          <a:xfrm>
            <a:off x="4385920" y="4569805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4385920" y="5136733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385920" y="5703661"/>
            <a:ext cx="411480" cy="22384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《圓形與流程鏈》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0" name="Text 8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《連接線與箭頭》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16" name="Text 14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0" name="連接線"/>
          <p:cNvCxnSpPr>
            <a:stCxn id="18" idx="3"/>
            <a:endCxn id="19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1" name="Text 19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5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9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1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4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6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9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0" name="連接線"/>
          <p:cNvCxnSpPr>
            <a:stCxn id="47" idx="3"/>
            <a:endCxn id="48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51" name="連接線"/>
          <p:cNvCxnSpPr>
            <a:stCxn id="47" idx="3"/>
            <a:endCxn id="49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52" name="Text 50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《流程圖符號》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E3E8EF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E3E8EF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《結構元件》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4B6E"/>
          </a:solidFill>
          <a:ln w="2540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9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017041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00" dirty="0"/>
          </a:p>
        </p:txBody>
      </p:sp>
      <p:sp>
        <p:nvSpPr>
          <p:cNvPr id="43" name="編號"/>
          <p:cNvSpPr/>
          <p:nvPr/>
        </p:nvSpPr>
        <p:spPr>
          <a:xfrm>
            <a:off x="10947654" y="305738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17041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00" dirty="0"/>
          </a:p>
        </p:txBody>
      </p:sp>
      <p:sp>
        <p:nvSpPr>
          <p:cNvPr id="46" name="編號"/>
          <p:cNvSpPr/>
          <p:nvPr/>
        </p:nvSpPr>
        <p:spPr>
          <a:xfrm>
            <a:off x="10947654" y="401750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17041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00" dirty="0"/>
          </a:p>
        </p:txBody>
      </p:sp>
      <p:sp>
        <p:nvSpPr>
          <p:cNvPr id="49" name="編號"/>
          <p:cNvSpPr/>
          <p:nvPr/>
        </p:nvSpPr>
        <p:spPr>
          <a:xfrm>
            <a:off x="10947654" y="4977628"/>
            <a:ext cx="525780" cy="286024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《高效溝通：讓想法被看見》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2F2F2"/>
          </a:solidFill>
          <a:ln/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《策略規劃框架地圖》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55498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1021842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508760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55498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編號"/>
          <p:cNvSpPr/>
          <p:nvPr/>
        </p:nvSpPr>
        <p:spPr>
          <a:xfrm>
            <a:off x="1021842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標籤"/>
          <p:cNvSpPr/>
          <p:nvPr/>
        </p:nvSpPr>
        <p:spPr>
          <a:xfrm>
            <a:off x="1508760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76089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5" name="編號"/>
          <p:cNvSpPr/>
          <p:nvPr/>
        </p:nvSpPr>
        <p:spPr>
          <a:xfrm>
            <a:off x="10142433" y="19151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6" name="標籤"/>
          <p:cNvSpPr/>
          <p:nvPr/>
        </p:nvSpPr>
        <p:spPr>
          <a:xfrm>
            <a:off x="10629351" y="18745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76089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38" name="編號"/>
          <p:cNvSpPr/>
          <p:nvPr/>
        </p:nvSpPr>
        <p:spPr>
          <a:xfrm>
            <a:off x="10142433" y="2372319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39" name="標籤"/>
          <p:cNvSpPr/>
          <p:nvPr/>
        </p:nvSpPr>
        <p:spPr>
          <a:xfrm>
            <a:off x="10629351" y="2331720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059945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3" name="編號"/>
          <p:cNvSpPr/>
          <p:nvPr/>
        </p:nvSpPr>
        <p:spPr>
          <a:xfrm>
            <a:off x="1526289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標籤"/>
          <p:cNvSpPr/>
          <p:nvPr/>
        </p:nvSpPr>
        <p:spPr>
          <a:xfrm>
            <a:off x="2013207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833548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46" name="編號"/>
          <p:cNvSpPr/>
          <p:nvPr/>
        </p:nvSpPr>
        <p:spPr>
          <a:xfrm>
            <a:off x="4299892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47" name="標籤"/>
          <p:cNvSpPr/>
          <p:nvPr/>
        </p:nvSpPr>
        <p:spPr>
          <a:xfrm>
            <a:off x="4786810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40324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49" name="標籤"/>
          <p:cNvSpPr/>
          <p:nvPr/>
        </p:nvSpPr>
        <p:spPr>
          <a:xfrm>
            <a:off x="7327242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380756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9847100" y="5865327"/>
            <a:ext cx="388620" cy="211409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10334018" y="5824728"/>
            <a:ext cx="804591" cy="29260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《能力成長地圖》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4" name="線條"/>
          <p:cNvSpPr/>
          <p:nvPr/>
        </p:nvSpPr>
        <p:spPr>
          <a:xfrm>
            <a:off x="548640" y="14813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58468"/>
            <a:ext cx="1005840" cy="45720"/>
          </a:xfrm>
          <a:prstGeom prst="rect">
            <a:avLst/>
          </a:prstGeom>
          <a:solidFill>
            <a:srgbClr val="2F4B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2F4B6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53340" dist="19050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08660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7818120" y="259397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08660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7818120" y="391985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08660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7818120" y="5245730"/>
            <a:ext cx="548640" cy="2984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5875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2026-10-09T02:33:49Z</dcterms:created>
  <dcterms:modified xsi:type="dcterms:W3CDTF">2026-10-09T02:33:49Z</dcterms:modified>
</cp:coreProperties>
</file>