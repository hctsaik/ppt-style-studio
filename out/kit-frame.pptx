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314895"/>
            <a:ext cx="2622728" cy="739201"/>
            <a:chOff x="548640" y="2314895"/>
            <a:chExt cx="2622728" cy="73920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38378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11414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684450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8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9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6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5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6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3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3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2026-10-09T04:47:16Z</dcterms:created>
  <dcterms:modified xsi:type="dcterms:W3CDTF">2026-10-09T04:47:16Z</dcterms:modified>
</cp:coreProperties>
</file>