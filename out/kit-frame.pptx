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000" dirty="0"/>
          </a:p>
        </p:txBody>
      </p:sp>
      <p:sp>
        <p:nvSpPr>
          <p:cNvPr id="40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46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8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000" dirty="0"/>
          </a:p>
        </p:txBody>
      </p:sp>
      <p:sp>
        <p:nvSpPr>
          <p:cNvPr id="52" name="編號"/>
          <p:cNvSpPr/>
          <p:nvPr/>
        </p:nvSpPr>
        <p:spPr>
          <a:xfrm>
            <a:off x="7077456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53" name="編號"/>
          <p:cNvSpPr/>
          <p:nvPr/>
        </p:nvSpPr>
        <p:spPr>
          <a:xfrm>
            <a:off x="7644384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54" name="編號"/>
          <p:cNvSpPr/>
          <p:nvPr/>
        </p:nvSpPr>
        <p:spPr>
          <a:xfrm>
            <a:off x="8211312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0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2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000" dirty="0"/>
          </a:p>
        </p:txBody>
      </p:sp>
      <p:sp>
        <p:nvSpPr>
          <p:cNvPr id="6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2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3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5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2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3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4351630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編號"/>
          <p:cNvSpPr/>
          <p:nvPr/>
        </p:nvSpPr>
        <p:spPr>
          <a:xfrm>
            <a:off x="4918558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編號"/>
          <p:cNvSpPr/>
          <p:nvPr/>
        </p:nvSpPr>
        <p:spPr>
          <a:xfrm>
            <a:off x="5485486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編號"/>
          <p:cNvSpPr/>
          <p:nvPr/>
        </p:nvSpPr>
        <p:spPr>
          <a:xfrm>
            <a:off x="6052414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編號"/>
          <p:cNvSpPr/>
          <p:nvPr/>
        </p:nvSpPr>
        <p:spPr>
          <a:xfrm>
            <a:off x="4385920" y="4569805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4385920" y="5136733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385920" y="5703661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5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9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1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4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9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0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1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9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017041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00" dirty="0"/>
          </a:p>
        </p:txBody>
      </p:sp>
      <p:sp>
        <p:nvSpPr>
          <p:cNvPr id="43" name="編號"/>
          <p:cNvSpPr/>
          <p:nvPr/>
        </p:nvSpPr>
        <p:spPr>
          <a:xfrm>
            <a:off x="1094765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17041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00" dirty="0"/>
          </a:p>
        </p:txBody>
      </p:sp>
      <p:sp>
        <p:nvSpPr>
          <p:cNvPr id="46" name="編號"/>
          <p:cNvSpPr/>
          <p:nvPr/>
        </p:nvSpPr>
        <p:spPr>
          <a:xfrm>
            <a:off x="1094765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17041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00" dirty="0"/>
          </a:p>
        </p:txBody>
      </p:sp>
      <p:sp>
        <p:nvSpPr>
          <p:cNvPr id="49" name="編號"/>
          <p:cNvSpPr/>
          <p:nvPr/>
        </p:nvSpPr>
        <p:spPr>
          <a:xfrm>
            <a:off x="1094765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55498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1021842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50876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55498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1021842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50876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76089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10142433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2935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76089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10142433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2935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059945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526289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201320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833548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4299892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478681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40324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732724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380756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9847100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033401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08660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781812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08660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781812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08660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781812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2026-10-07T22:46:04Z</dcterms:created>
  <dcterms:modified xsi:type="dcterms:W3CDTF">2026-10-07T22:46:04Z</dcterms:modified>
</cp:coreProperties>
</file>